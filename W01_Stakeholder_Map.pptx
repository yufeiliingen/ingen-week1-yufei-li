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98c1583d5e457a" /><Relationship Type="http://schemas.openxmlformats.org/officeDocument/2006/relationships/extended-properties" Target="/docProps/app.xml" Id="R339a1a87dbd74fa8" /><Relationship Type="http://schemas.openxmlformats.org/officeDocument/2006/relationships/officeDocument" Target="/ppt/presentation.xml" Id="R16a92eb873404d4e" /></Relationships>
</file>

<file path=ppt/presentation.xml><?xml version="1.0" encoding="utf-8"?>
<p:presentation xmlns:p="http://schemas.openxmlformats.org/presentationml/2006/main">
  <p:sldMasterIdLst>
    <p:sldMasterId xmlns:r="http://schemas.openxmlformats.org/officeDocument/2006/relationships" id="2147483648" r:id="R1d7590b0279a40e9"/>
  </p:sldMasterIdLst>
  <p:notesMasterIdLst>
    <p:notesMasterId xmlns:r="http://schemas.openxmlformats.org/officeDocument/2006/relationships" r:id="R59f76192d83749aa"/>
  </p:notesMasterIdLst>
  <p:sldIdLst>
    <p:sldId xmlns:r="http://schemas.openxmlformats.org/officeDocument/2006/relationships" id="256" r:id="R04e8e7beea614d6f"/>
    <p:sldId xmlns:r="http://schemas.openxmlformats.org/officeDocument/2006/relationships" id="257" r:id="Rdad48781c91e454b"/>
    <p:sldId xmlns:r="http://schemas.openxmlformats.org/officeDocument/2006/relationships" id="258" r:id="R8f567b0aee494d52"/>
    <p:sldId xmlns:r="http://schemas.openxmlformats.org/officeDocument/2006/relationships" id="259" r:id="R0c1df5c602674722"/>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bb544e68eb4455" /><Relationship Type="http://schemas.openxmlformats.org/officeDocument/2006/relationships/slideMaster" Target="/ppt/slideMasters/slideMaster1.xml" Id="R1d7590b0279a40e9" /><Relationship Type="http://schemas.openxmlformats.org/officeDocument/2006/relationships/notesMaster" Target="/ppt/notesMasters/notesMaster1.xml" Id="R59f76192d83749aa" /><Relationship Type="http://schemas.openxmlformats.org/officeDocument/2006/relationships/presProps" Target="/ppt/presProps.xml" Id="Rcbf8b7db92d74e20" /><Relationship Type="http://schemas.openxmlformats.org/officeDocument/2006/relationships/tableStyles" Target="/ppt/tableStyles.xml" Id="R2c310046116c403d" /><Relationship Type="http://schemas.openxmlformats.org/officeDocument/2006/relationships/slide" Target="/ppt/slides/slide1.xml" Id="R04e8e7beea614d6f" /><Relationship Type="http://schemas.openxmlformats.org/officeDocument/2006/relationships/slide" Target="/ppt/slides/slide2.xml" Id="Rdad48781c91e454b" /><Relationship Type="http://schemas.openxmlformats.org/officeDocument/2006/relationships/slide" Target="/ppt/slides/slide3.xml" Id="R8f567b0aee494d52" /><Relationship Type="http://schemas.openxmlformats.org/officeDocument/2006/relationships/slide" Target="/ppt/slides/slide4.xml" Id="R0c1df5c60267472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eba67a02df4a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f3865679ae4769" /><Relationship Type="http://schemas.openxmlformats.org/officeDocument/2006/relationships/notesMaster" Target="/ppt/notesMasters/notesMaster1.xml" Id="Rae9d5972b15842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334bf26ae44e98" /><Relationship Type="http://schemas.openxmlformats.org/officeDocument/2006/relationships/notesMaster" Target="/ppt/notesMasters/notesMaster1.xml" Id="R3244e93abc4d45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3e95ad5a924f33" /><Relationship Type="http://schemas.openxmlformats.org/officeDocument/2006/relationships/notesMaster" Target="/ppt/notesMasters/notesMaster1.xml" Id="R8bc921fe38e14f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4e18c432074b4e" /><Relationship Type="http://schemas.openxmlformats.org/officeDocument/2006/relationships/notesMaster" Target="/ppt/notesMasters/notesMaster1.xml" Id="R213511e518894c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is the same US Rover/Sentinel commercial case as the first two W01 files. Rover remains the hardware case. Sentinel remains the security co-anchor, with standalone feasibility still H02. The grid is ordinal: no numerical power or interest scores are claimed. Programme supervisor and analyst appear in the programme RACI rather than in the launch grid because their analytical oversight differs from commercial funding authority.</a:t>
            </a:r>
          </a:p>
          <a:p xmlns:a="http://schemas.openxmlformats.org/drawingml/2006/main">
            <a:r>
              <a:t/>
            </a:r>
          </a:p>
          <a:p xmlns:a="http://schemas.openxmlformats.org/drawingml/2006/main">
            <a:r>
              <a:t>A09 rationale: leadership controls strategic resources under the working governance model. The prospective economic buyer may control site budget, subject to A10. Product/engineering can determine whether an offer meets the permitted operating envelope. IT, procurement, risk/insurer, landlord and any applicable approval authority are conditional gatekeepers. Their precise veto or approval rights depend on the site. Lower initial interest does not mean lower diligence priority. Security users have lower assumed budget authority but can strongly affect usability, incident escalation and acceptance. Sales and candidate partners influence acquisition and service feasibility, with formal authority subject to delegation. Site occupants may become highly interested if deployment affects privacy or access.</a:t>
            </a:r>
          </a:p>
          <a:p xmlns:a="http://schemas.openxmlformats.org/drawingml/2006/main">
            <a:r>
              <a:t/>
            </a:r>
          </a:p>
          <a:p xmlns:a="http://schemas.openxmlformats.org/drawingml/2006/main">
            <a:r>
              <a:t>No interview, pilot, relationship or delegated approval has been verified. Move stakeholders between quadrants as public evidence or approved discovery changes the assessment. Separate a commercial budget holder, a contract signatory and a day-to-day operator in the later buyer journey. A09/A10 validation uses supervisor review in W1 and role/procurement evidence in W4.</a:t>
            </a:r>
          </a:p>
          <a:p xmlns:a="http://schemas.openxmlformats.org/drawingml/2006/main">
            <a:r>
              <a:t/>
            </a:r>
          </a:p>
          <a:p xmlns:a="http://schemas.openxmlformats.org/drawingml/2006/main">
            <a:r>
              <a:t>Sources, accessed 27 October 2026</a:t>
            </a:r>
          </a:p>
          <a:p xmlns:a="http://schemas.openxmlformats.org/drawingml/2006/main">
            <a:r>
              <a:t>S1: InGen Dynamics, company and leadership portfolio</a:t>
            </a:r>
          </a:p>
          <a:p xmlns:a="http://schemas.openxmlformats.org/drawingml/2006/main">
            <a:r>
              <a:t>https://www.ingendynamics.com/</a:t>
            </a:r>
          </a:p>
          <a:p xmlns:a="http://schemas.openxmlformats.org/drawingml/2006/main">
            <a:r>
              <a:t>Date: Undated live page. Reliability: B. Use: Company-reported CEO, engineering leadership and platform positioning. Boundary: Does not establish decision delegation, US product readiness, sales ownership or customer relationships.</a:t>
            </a:r>
          </a:p>
          <a:p xmlns:a="http://schemas.openxmlformats.org/drawingml/2006/main">
            <a:r>
              <a:t/>
            </a:r>
          </a:p>
          <a:p xmlns:a="http://schemas.openxmlformats.org/drawingml/2006/main">
            <a:r>
              <a:t>S4: BLS Occupational Outlook Handbook, Security Guards and Gambling Surveillance Officers</a:t>
            </a:r>
          </a:p>
          <a:p xmlns:a="http://schemas.openxmlformats.org/drawingml/2006/main">
            <a:r>
              <a:t>https://www.bls.gov/ooh/protective-service/security-guards.htm</a:t>
            </a:r>
          </a:p>
          <a:p xmlns:a="http://schemas.openxmlformats.org/drawingml/2006/main">
            <a:r>
              <a:t>Date: 27 August 2026, page last modified. Reliability: A. Use: Monitoring, patrol, emergency response, access control and reporting duties. Boundary: Occupational role evidence, not proof of an InGen workflow or removable guard jobs.</a:t>
            </a:r>
          </a:p>
          <a:p xmlns:a="http://schemas.openxmlformats.org/drawingml/2006/main">
            <a:r>
              <a:t/>
            </a:r>
          </a:p>
          <a:p xmlns:a="http://schemas.openxmlformats.org/drawingml/2006/main">
            <a:r>
              <a:t>S7: O*NET OnLine, Security Managers 11-3013.01, Tasks</a:t>
            </a:r>
          </a:p>
          <a:p xmlns:a="http://schemas.openxmlformats.org/drawingml/2006/main">
            <a:r>
              <a:t>https://www.onetonline.org/link/details/11-3013.01</a:t>
            </a:r>
          </a:p>
          <a:p xmlns:a="http://schemas.openxmlformats.org/drawingml/2006/main">
            <a:r>
              <a:t>Date: Live occupational profile. Reliability: A. Use: Security budgeting, supervision and operating procedures support a buyer archetype. Boundary: A job title alone does not establish purchasing authority, budget size or willingness to buy.</a:t>
            </a:r>
          </a:p>
          <a:p xmlns:a="http://schemas.openxmlformats.org/drawingml/2006/main">
            <a:r>
              <a:t/>
            </a:r>
          </a:p>
          <a:p xmlns:a="http://schemas.openxmlformats.org/drawingml/2006/main">
            <a:r>
              <a:t>S8: O*NET OnLine, Facilities Managers 11-3013.00, Tasks</a:t>
            </a:r>
          </a:p>
          <a:p xmlns:a="http://schemas.openxmlformats.org/drawingml/2006/main">
            <a:r>
              <a:t>https://www.onetonline.org/link/details/11-3013.00</a:t>
            </a:r>
          </a:p>
          <a:p xmlns:a="http://schemas.openxmlformats.org/drawingml/2006/main">
            <a:r>
              <a:t>Date: Live occupational profile. Reliability: A. Use: Contract/equipment budgets, facility safety and maintenance support the facilities buyer archetype. Boundary: The final site owner, budget holder and signatory must be confirmed for the selected segment.</a:t>
            </a:r>
          </a:p>
          <a:p xmlns:a="http://schemas.openxmlformats.org/drawingml/2006/main">
            <a:r>
              <a:t/>
            </a:r>
          </a:p>
          <a:p xmlns:a="http://schemas.openxmlformats.org/drawingml/2006/main">
            <a:r>
              <a:t>S9: Northern Ireland Department of Finance, Programme and project management tools and techniques</a:t>
            </a:r>
          </a:p>
          <a:p xmlns:a="http://schemas.openxmlformats.org/drawingml/2006/main">
            <a:r>
              <a:t>https://www.finance-ni.gov.uk/articles/programme-and-project-management-tools-and-techniques</a:t>
            </a:r>
          </a:p>
          <a:p xmlns:a="http://schemas.openxmlformats.org/drawingml/2006/main">
            <a:r>
              <a:t>Date: Undated live guidance. Reliability: A. Use: RACI definitions and stakeholder-management principles. Boundary: A method source, not evidence that the proposed InGen RACI has been accepted.</a:t>
            </a:r>
          </a:p>
          <a:p xmlns:a="http://schemas.openxmlformats.org/drawingml/2006/main">
            <a:r>
              <a:t/>
            </a:r>
          </a:p>
          <a:p xmlns:a="http://schemas.openxmlformats.org/drawingml/2006/main">
            <a:r>
              <a:t>S10: UK Government Analysis Function, Stakeholder mapping</a:t>
            </a:r>
          </a:p>
          <a:p xmlns:a="http://schemas.openxmlformats.org/drawingml/2006/main">
            <a:r>
              <a:t>https://analysisfunction.civilservice.gov.uk/policy-store/stakeholder-mapping/</a:t>
            </a:r>
          </a:p>
          <a:p xmlns:a="http://schemas.openxmlformats.org/drawingml/2006/main">
            <a:r>
              <a:t>Date: Undated live guidance. Reliability: A. Use: Stakeholder mapping method and engagement planning. Boundary: Power/interest positions in this deck remain analyst judgements.</a:t>
            </a:r>
          </a:p>
          <a:p xmlns:a="http://schemas.openxmlformats.org/drawingml/2006/main">
            <a:r>
              <a:t/>
            </a:r>
          </a:p>
          <a:p xmlns:a="http://schemas.openxmlformats.org/drawingml/2006/main">
            <a:r>
              <a:t>I1: Internship Plan for Yufei Li, v1.0, October 2026</a:t>
            </a:r>
          </a:p>
          <a:p xmlns:a="http://schemas.openxmlformats.org/drawingml/2006/main">
            <a:r>
              <a:t>Internal supplied document: sections 1.4, 2.1, Week 1 and programme reviews</a:t>
            </a:r>
          </a:p>
          <a:p xmlns:a="http://schemas.openxmlformats.org/drawingml/2006/main">
            <a:r>
              <a:t>Date: October 2026. Reliability: Internal scope. Use: Names Iqbal Patel as programme supervisor and sets six-week work scope and review structure. Boundary: Programme oversight does not establish commercial or customer procurement approval rights.</a:t>
            </a:r>
          </a:p>
          <a:p xmlns:a="http://schemas.openxmlformats.org/drawingml/2006/main">
            <a:r>
              <a:t/>
            </a:r>
          </a:p>
          <a:p xmlns:a="http://schemas.openxmlformats.org/drawingml/2006/main">
            <a:r>
              <a:t>I2: W01_Platform_Business_Brief.docx</a:t>
            </a:r>
          </a:p>
          <a:p xmlns:a="http://schemas.openxmlformats.org/drawingml/2006/main">
            <a:r>
              <a:t>Current reviewed working file</a:t>
            </a:r>
          </a:p>
          <a:p xmlns:a="http://schemas.openxmlformats.org/drawingml/2006/main">
            <a:r>
              <a:t>Date: 27 October 2026. Reliability: Working analysis. Use: Buyer/user distinctions and H01–H05. Boundary: Commercial profiles are hypotheses.</a:t>
            </a:r>
          </a:p>
          <a:p xmlns:a="http://schemas.openxmlformats.org/drawingml/2006/main">
            <a:r>
              <a:t/>
            </a:r>
          </a:p>
          <a:p xmlns:a="http://schemas.openxmlformats.org/drawingml/2006/main">
            <a:r>
              <a:t>I3: W01_Issue_Tree_and_Analysis_Plan.pptx</a:t>
            </a:r>
          </a:p>
          <a:p xmlns:a="http://schemas.openxmlformats.org/drawingml/2006/main">
            <a:r>
              <a:t>Current reviewed working file</a:t>
            </a:r>
          </a:p>
          <a:p xmlns:a="http://schemas.openxmlformats.org/drawingml/2006/main">
            <a:r>
              <a:t>Date: 27 October 2026. Reliability: Working analysis. Use: M1–G2 leaf IDs, programme workplan and A01–A08 continuity. Boundary: Expected answer weeks are analysis commitments, not completed findings.</a:t>
            </a:r>
          </a:p>
          <a:p xmlns:a="http://schemas.openxmlformats.org/drawingml/2006/main">
            <a:r>
              <a:t/>
            </a:r>
          </a:p>
          <a:p xmlns:a="http://schemas.openxmlformats.org/drawingml/2006/main">
            <a:r>
              <a:t>Grade A denotes a primary institutional source for the stated measure or method. Grade B denotes company self-report. Neither grade verifies the hypotheses or delegated authority in this deck. All stakeholder placements and RACI assignments are provisional.</a:t>
            </a:r>
          </a:p>
          <a:p xmlns:a="http://schemas.openxmlformats.org/drawingml/2006/main">
            <a:r>
              <a:t/>
            </a:r>
          </a:p>
          <a:p xmlns:a="http://schemas.openxmlformats.org/drawingml/2006/main">
            <a:r>
              <a:t>Icon assets: Lucide, https://lucide.dev, ISC licence. Existing library icon paths embedded without geometric changes. Role symbols repeat intentionally across the diagram and expectations view to preserve recognition.</a:t>
            </a:r>
          </a:p>
          <a:p xmlns:a="http://schemas.openxmlformats.org/drawingml/2006/main">
            <a:r>
              <a:t/>
            </a:r>
          </a:p>
          <a:p xmlns:a="http://schemas.openxmlformats.org/drawingml/2006/main">
            <a:r>
              <a:t>Visible buyer label refers to the same Security Director / VP Facilities archetype in the brief. A service partner remains a candidate, not a confirmed relationship. Quadrants are qualitative and preliminary. Gatekeepers may become more interested during qualification. Sales can have high influence even where formal budget authority is lower.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evidence request is a proposed test rather than an asserted buyer objection or actual team commitment. The five mandatory groups carry distinct concerns and evidence needs.</a:t>
            </a:r>
          </a:p>
          <a:p xmlns:a="http://schemas.openxmlformats.org/drawingml/2006/main">
            <a:r>
              <a:t/>
            </a:r>
          </a:p>
          <a:p xmlns:a="http://schemas.openxmlformats.org/drawingml/2006/main">
            <a:r>
              <a:t>Public evidence grounding: S7 supports security-budget and supervision functions. S8 supports facilities contract/equipment budget and maintenance functions. S4 supports patrol, monitoring, response and reporting as different user tasks. Those occupational sources do not establish the exact roles at a chosen buyer. S1 identifies Arshad Hisham as Founder/CEO and Rajeev Verma as CTO (Engineering Strategy). These public role references do not make either person a confirmed programme reviewer. Sales/partnerships remains a functional role, with its named owner to confirm through Iqbal. The public website’s Strategy/GTM advisors are not automatically the accountable sales team.</a:t>
            </a:r>
          </a:p>
          <a:p xmlns:a="http://schemas.openxmlformats.org/drawingml/2006/main">
            <a:r>
              <a:t/>
            </a:r>
          </a:p>
          <a:p xmlns:a="http://schemas.openxmlformats.org/drawingml/2006/main">
            <a:r>
              <a:t>Conflict to resolve: a buyer may prefer lower cost, a security user may prioritise manageable alerts and retained response coverage, product may prioritise controlled conditions, while sales may prefer a broader offer. The BRD should resolve these through acceptance criteria rather than promises. High guard spend does not establish removable staffing. Public jobs, tenders and case material ground the initial workflow. If a relevant fact is unavailable, record a labelled assumption and a range, not a fabricated interview finding.</a:t>
            </a:r>
          </a:p>
          <a:p xmlns:a="http://schemas.openxmlformats.org/drawingml/2006/main">
            <a:r>
              <a:t/>
            </a:r>
          </a:p>
          <a:p xmlns:a="http://schemas.openxmlformats.org/drawingml/2006/main">
            <a:r>
              <a:t>NIST GOVERN supports clear decision roles and communication, plus differentiation between oversight and operation. It does not prove that any stakeholder has signed off InGen product safety or privacy. Internal reviewers are consulted only if the supervisor can provide access. Otherwise identify the unanswered technical/commercial question and preserve the evidence gap.</a:t>
            </a:r>
          </a:p>
          <a:p xmlns:a="http://schemas.openxmlformats.org/drawingml/2006/main">
            <a:r>
              <a:t/>
            </a:r>
          </a:p>
          <a:p xmlns:a="http://schemas.openxmlformats.org/drawingml/2006/main">
            <a:r>
              <a:t>Continuity: M2 owns segment priority, E1 buyer economics, E2 the viable offer and InGen returns, G1 adoption/readiness, and G2 channel/pilot proof. Fari remains a W4 secondary segment test and does not enter this security stakeholder map as another market.</a:t>
            </a:r>
          </a:p>
          <a:p xmlns:a="http://schemas.openxmlformats.org/drawingml/2006/main">
            <a:r>
              <a:t/>
            </a:r>
          </a:p>
          <a:p xmlns:a="http://schemas.openxmlformats.org/drawingml/2006/main">
            <a:r>
              <a:t>Sources, accessed 27 October 2026</a:t>
            </a:r>
          </a:p>
          <a:p xmlns:a="http://schemas.openxmlformats.org/drawingml/2006/main">
            <a:r>
              <a:t>S1: InGen Dynamics, company and leadership portfolio</a:t>
            </a:r>
          </a:p>
          <a:p xmlns:a="http://schemas.openxmlformats.org/drawingml/2006/main">
            <a:r>
              <a:t>https://www.ingendynamics.com/</a:t>
            </a:r>
          </a:p>
          <a:p xmlns:a="http://schemas.openxmlformats.org/drawingml/2006/main">
            <a:r>
              <a:t>Date: Undated live page. Reliability: B. Use: Company-reported CEO, engineering leadership and platform positioning. Boundary: Does not establish decision delegation, US product readiness, sales ownership or customer relationships.</a:t>
            </a:r>
          </a:p>
          <a:p xmlns:a="http://schemas.openxmlformats.org/drawingml/2006/main">
            <a:r>
              <a:t/>
            </a:r>
          </a:p>
          <a:p xmlns:a="http://schemas.openxmlformats.org/drawingml/2006/main">
            <a:r>
              <a:t>S4: BLS Occupational Outlook Handbook, Security Guards and Gambling Surveillance Officers</a:t>
            </a:r>
          </a:p>
          <a:p xmlns:a="http://schemas.openxmlformats.org/drawingml/2006/main">
            <a:r>
              <a:t>https://www.bls.gov/ooh/protective-service/security-guards.htm</a:t>
            </a:r>
          </a:p>
          <a:p xmlns:a="http://schemas.openxmlformats.org/drawingml/2006/main">
            <a:r>
              <a:t>Date: 27 August 2026, page last modified. Reliability: A. Use: Monitoring, patrol, emergency response, access control and reporting duties. Boundary: Occupational role evidence, not proof of an InGen workflow or removable guard jobs.</a:t>
            </a:r>
          </a:p>
          <a:p xmlns:a="http://schemas.openxmlformats.org/drawingml/2006/main">
            <a:r>
              <a:t/>
            </a:r>
          </a:p>
          <a:p xmlns:a="http://schemas.openxmlformats.org/drawingml/2006/main">
            <a:r>
              <a:t>S5a: NIST AI RMF Playbook, GOVERN 2.1, 2.3 and 3.2</a:t>
            </a:r>
          </a:p>
          <a:p xmlns:a="http://schemas.openxmlformats.org/drawingml/2006/main">
            <a:r>
              <a:t>https://airc.nist.gov/airmf-resources/playbook/govern/</a:t>
            </a:r>
          </a:p>
          <a:p xmlns:a="http://schemas.openxmlformats.org/drawingml/2006/main">
            <a:r>
              <a:t>Date: Undated live guidance. Reliability: A. Use: Documented responsibilities, leadership oversight and differentiated human oversight/user roles. Boundary: Voluntary guidance, not certification, legal advice or evidence of InGen implementation.</a:t>
            </a:r>
          </a:p>
          <a:p xmlns:a="http://schemas.openxmlformats.org/drawingml/2006/main">
            <a:r>
              <a:t/>
            </a:r>
          </a:p>
          <a:p xmlns:a="http://schemas.openxmlformats.org/drawingml/2006/main">
            <a:r>
              <a:t>S7: O*NET OnLine, Security Managers 11-3013.01, Tasks</a:t>
            </a:r>
          </a:p>
          <a:p xmlns:a="http://schemas.openxmlformats.org/drawingml/2006/main">
            <a:r>
              <a:t>https://www.onetonline.org/link/details/11-3013.01</a:t>
            </a:r>
          </a:p>
          <a:p xmlns:a="http://schemas.openxmlformats.org/drawingml/2006/main">
            <a:r>
              <a:t>Date: Live occupational profile. Reliability: A. Use: Security budgeting, supervision and operating procedures support a buyer archetype. Boundary: A job title alone does not establish purchasing authority, budget size or willingness to buy.</a:t>
            </a:r>
          </a:p>
          <a:p xmlns:a="http://schemas.openxmlformats.org/drawingml/2006/main">
            <a:r>
              <a:t/>
            </a:r>
          </a:p>
          <a:p xmlns:a="http://schemas.openxmlformats.org/drawingml/2006/main">
            <a:r>
              <a:t>S8: O*NET OnLine, Facilities Managers 11-3013.00, Tasks</a:t>
            </a:r>
          </a:p>
          <a:p xmlns:a="http://schemas.openxmlformats.org/drawingml/2006/main">
            <a:r>
              <a:t>https://www.onetonline.org/link/details/11-3013.00</a:t>
            </a:r>
          </a:p>
          <a:p xmlns:a="http://schemas.openxmlformats.org/drawingml/2006/main">
            <a:r>
              <a:t>Date: Live occupational profile. Reliability: A. Use: Contract/equipment budgets, facility safety and maintenance support the facilities buyer archetype. Boundary: The final site owner, budget holder and signatory must be confirmed for the selected segment.</a:t>
            </a:r>
          </a:p>
          <a:p xmlns:a="http://schemas.openxmlformats.org/drawingml/2006/main">
            <a:r>
              <a:t/>
            </a:r>
          </a:p>
          <a:p xmlns:a="http://schemas.openxmlformats.org/drawingml/2006/main">
            <a:r>
              <a:t>I1: Internship Plan for Yufei Li, v1.0, October 2026</a:t>
            </a:r>
          </a:p>
          <a:p xmlns:a="http://schemas.openxmlformats.org/drawingml/2006/main">
            <a:r>
              <a:t>Internal supplied document: sections 1.4, 2.1, Week 1 and programme reviews</a:t>
            </a:r>
          </a:p>
          <a:p xmlns:a="http://schemas.openxmlformats.org/drawingml/2006/main">
            <a:r>
              <a:t>Date: October 2026. Reliability: Internal scope. Use: Names Iqbal Patel as programme supervisor and sets six-week work scope and review structure. Boundary: Programme oversight does not establish commercial or customer procurement approval rights.</a:t>
            </a:r>
          </a:p>
          <a:p xmlns:a="http://schemas.openxmlformats.org/drawingml/2006/main">
            <a:r>
              <a:t/>
            </a:r>
          </a:p>
          <a:p xmlns:a="http://schemas.openxmlformats.org/drawingml/2006/main">
            <a:r>
              <a:t>I2: W01_Platform_Business_Brief.docx</a:t>
            </a:r>
          </a:p>
          <a:p xmlns:a="http://schemas.openxmlformats.org/drawingml/2006/main">
            <a:r>
              <a:t>Current reviewed working file</a:t>
            </a:r>
          </a:p>
          <a:p xmlns:a="http://schemas.openxmlformats.org/drawingml/2006/main">
            <a:r>
              <a:t>Date: 27 October 2026. Reliability: Working analysis. Use: Buyer/user distinctions and H01–H05. Boundary: Commercial profiles are hypotheses.</a:t>
            </a:r>
          </a:p>
          <a:p xmlns:a="http://schemas.openxmlformats.org/drawingml/2006/main">
            <a:r>
              <a:t/>
            </a:r>
          </a:p>
          <a:p xmlns:a="http://schemas.openxmlformats.org/drawingml/2006/main">
            <a:r>
              <a:t>I3: W01_Issue_Tree_and_Analysis_Plan.pptx</a:t>
            </a:r>
          </a:p>
          <a:p xmlns:a="http://schemas.openxmlformats.org/drawingml/2006/main">
            <a:r>
              <a:t>Current reviewed working file</a:t>
            </a:r>
          </a:p>
          <a:p xmlns:a="http://schemas.openxmlformats.org/drawingml/2006/main">
            <a:r>
              <a:t>Date: 27 October 2026. Reliability: Working analysis. Use: M1–G2 leaf IDs, programme workplan and A01–A08 continuity. Boundary: Expected answer weeks are analysis commitments, not completed findings.</a:t>
            </a:r>
          </a:p>
          <a:p xmlns:a="http://schemas.openxmlformats.org/drawingml/2006/main">
            <a:r>
              <a:t/>
            </a:r>
          </a:p>
          <a:p xmlns:a="http://schemas.openxmlformats.org/drawingml/2006/main">
            <a:r>
              <a:t>Grade A denotes a primary institutional source for the stated measure or method. Grade B denotes company self-report. Neither grade verifies the hypotheses or delegated authority in this deck. All stakeholder placements and RACI assignments are provisional.</a:t>
            </a:r>
          </a:p>
          <a:p xmlns:a="http://schemas.openxmlformats.org/drawingml/2006/main">
            <a:r>
              <a:t/>
            </a:r>
          </a:p>
          <a:p xmlns:a="http://schemas.openxmlformats.org/drawingml/2006/main">
            <a:r>
              <a:t>Icon assets: Lucide, https://lucide.dev, ISC licence. Existing library icon paths embedded without geometric changes. Role symbols repeat intentionally across the diagram and expectations view to preserve recognition.</a:t>
            </a:r>
          </a:p>
          <a:p xmlns:a="http://schemas.openxmlformats.org/drawingml/2006/main">
            <a:r>
              <a:t/>
            </a:r>
          </a:p>
          <a:p xmlns:a="http://schemas.openxmlformats.org/drawingml/2006/main">
            <a:r>
              <a:t>Diagram reading: each role contributes a distinct evidence requirement to the proposed pilot. The pilot is conditional on readiness. The key conflict connects E1 customer ROI, E2 InGen returns, G1 workflow and G2 channel design. Lower buyer cost cannot assume removal of required human response. Product scope and support costs must match what sales promises. The full planned engagement weeks and evidence requests in the retained notes continue to apply.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programme RACI separates analytical production, functional review and programme acceptance.</a:t>
            </a:r>
          </a:p>
          <a:p xmlns:a="http://schemas.openxmlformats.org/drawingml/2006/main">
            <a:r>
              <a:t/>
            </a:r>
          </a:p>
          <a:p xmlns:a="http://schemas.openxmlformats.org/drawingml/2006/main">
            <a:r>
              <a:t>Framing and scope: Yufei produces the work and Iqbal is the proposed accountable programme acceptance role. Leadership input concerns business scope.</a:t>
            </a:r>
          </a:p>
          <a:p xmlns:a="http://schemas.openxmlformats.org/drawingml/2006/main">
            <a:r>
              <a:t>Evidence and models: Yufei produces and maintains the analysis and evidence trail. Iqbal accepts the work product. Product and sales provide requested input where available. This row covers market sizing, competitive filings, customer ROI, unit economics and KPI analysis.</a:t>
            </a:r>
          </a:p>
          <a:p xmlns:a="http://schemas.openxmlformats.org/drawingml/2006/main">
            <a:r>
              <a:t>Technical review: product/engineering is the proposed A/R for the technical-review activity only. It checks readiness, operating limits, VMS integration, human escalation and support assumptions. The exact functional reviewer and acceptance of this responsibility must be confirmed through the supervisor.</a:t>
            </a:r>
          </a:p>
          <a:p xmlns:a="http://schemas.openxmlformats.org/drawingml/2006/main">
            <a:r>
              <a:t>Commercial review: sales/partnerships is the proposed A/R for the commercial-review activity only. It checks buyer access, commercial terms, sales-cycle and channel assumptions. The exact owner remains unconfirmed.</a:t>
            </a:r>
          </a:p>
          <a:p xmlns:a="http://schemas.openxmlformats.org/drawingml/2006/main">
            <a:r>
              <a:t>Final synthesis: Yufei produces the W06 recommendation and package. Iqbal accepts the analytical work, with functional and leadership input where available. Leadership retains separate commercial decision rights.</a:t>
            </a:r>
          </a:p>
          <a:p xmlns:a="http://schemas.openxmlformats.org/drawingml/2006/main">
            <a:r>
              <a:t/>
            </a:r>
          </a:p>
          <a:p xmlns:a="http://schemas.openxmlformats.org/drawingml/2006/main">
            <a:r>
              <a:t>A/R* means one proposed role both performs and owns completion of the specific review. It does not assign authority to approve product deployment, customer procurement, insurance or investment. A11 remains Open. No functional team has accepted these assignments. If internal reviewers are unavailable, preserve public evidence and explicit unresolved assumptions. External buyers and users remain prospective evidence subjects, not assigned programme staff.</a:t>
            </a:r>
          </a:p>
          <a:p xmlns:a="http://schemas.openxmlformats.org/drawingml/2006/main">
            <a:r>
              <a:t/>
            </a:r>
          </a:p>
          <a:p xmlns:a="http://schemas.openxmlformats.org/drawingml/2006/main">
            <a:r>
              <a:t>Sources, accessed 27 October 2026</a:t>
            </a:r>
          </a:p>
          <a:p xmlns:a="http://schemas.openxmlformats.org/drawingml/2006/main">
            <a:r>
              <a:t>S9: Northern Ireland Department of Finance, Programme and project management tools and techniques</a:t>
            </a:r>
          </a:p>
          <a:p xmlns:a="http://schemas.openxmlformats.org/drawingml/2006/main">
            <a:r>
              <a:t>https://www.finance-ni.gov.uk/articles/programme-and-project-management-tools-and-techniques</a:t>
            </a:r>
          </a:p>
          <a:p xmlns:a="http://schemas.openxmlformats.org/drawingml/2006/main">
            <a:r>
              <a:t>Date: Undated live guidance. Reliability: A. Use: RACI definitions and stakeholder-management principles. Boundary: A method source, not evidence that the proposed InGen RACI has been accepted.</a:t>
            </a:r>
          </a:p>
          <a:p xmlns:a="http://schemas.openxmlformats.org/drawingml/2006/main">
            <a:r>
              <a:t/>
            </a:r>
          </a:p>
          <a:p xmlns:a="http://schemas.openxmlformats.org/drawingml/2006/main">
            <a:r>
              <a:t>I1: Internship Plan for Yufei Li, v1.0, October 2026</a:t>
            </a:r>
          </a:p>
          <a:p xmlns:a="http://schemas.openxmlformats.org/drawingml/2006/main">
            <a:r>
              <a:t>Internal supplied document: sections 1.4, 2.1, Week 1 and programme reviews</a:t>
            </a:r>
          </a:p>
          <a:p xmlns:a="http://schemas.openxmlformats.org/drawingml/2006/main">
            <a:r>
              <a:t>Date: October 2026. Reliability: Internal scope. Use: Names Iqbal Patel as programme supervisor and sets six-week work scope and review structure. Boundary: Programme oversight does not establish commercial or customer procurement approval rights.</a:t>
            </a:r>
          </a:p>
          <a:p xmlns:a="http://schemas.openxmlformats.org/drawingml/2006/main">
            <a:r>
              <a:t/>
            </a:r>
          </a:p>
          <a:p xmlns:a="http://schemas.openxmlformats.org/drawingml/2006/main">
            <a:r>
              <a:t>I3: W01_Issue_Tree_and_Analysis_Plan.pptx</a:t>
            </a:r>
          </a:p>
          <a:p xmlns:a="http://schemas.openxmlformats.org/drawingml/2006/main">
            <a:r>
              <a:t>Current reviewed working file</a:t>
            </a:r>
          </a:p>
          <a:p xmlns:a="http://schemas.openxmlformats.org/drawingml/2006/main">
            <a:r>
              <a:t>Date: 27 October 2026. Reliability: Working analysis. Use: M1–G2 leaf IDs, programme workplan and A01–A08 continuity. Boundary: Expected answer weeks are analysis commitments, not completed findings.</a:t>
            </a:r>
          </a:p>
          <a:p xmlns:a="http://schemas.openxmlformats.org/drawingml/2006/main">
            <a:r>
              <a:t/>
            </a:r>
          </a:p>
          <a:p xmlns:a="http://schemas.openxmlformats.org/drawingml/2006/main">
            <a:r>
              <a:t>Grade A denotes a primary institutional source for the stated measure or method. Grade B denotes company self-report. Neither grade verifies the hypotheses or delegated authority in this deck. All stakeholder placements and RACI assignments are provisional.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log contains the named website, occupational and method sources. The NIST governance playbook is a separate source from the AI framework. Collection workstreams describe evidence still to gather.</a:t>
            </a:r>
          </a:p>
          <a:p xmlns:a="http://schemas.openxmlformats.org/drawingml/2006/main">
            <a:r>
              <a:t>All sources were accessed on 27 October 2026. Publication/updated dates are stated only where the source exposed them. Treat occupational data as role evidence, company material as self-report, and method guidance as a framework. The supervisor’s name and title come from the supplied internship plan, not from inferred internet identities.</a:t>
            </a:r>
          </a:p>
          <a:p xmlns:a="http://schemas.openxmlformats.org/drawingml/2006/main">
            <a:r>
              <a:t/>
            </a:r>
          </a:p>
          <a:p xmlns:a="http://schemas.openxmlformats.org/drawingml/2006/main">
            <a:r>
              <a:t>The stakeholder authority, buyer budget, functional reviewer and partner ownership questions are initialised in Assumptions_Register.xlsx and remain Open.</a:t>
            </a:r>
          </a:p>
          <a:p xmlns:a="http://schemas.openxmlformats.org/drawingml/2006/main">
            <a:r>
              <a:t>What changes the map: a delegated buyer signatory changes A10; product readiness or data-access requirements can elevate a gatekeeper’s interest; a partner contract can elevate partner power. A rejected RACI consultation role changes the review route, not the underlying evidence standard. An unresolved launch gate supports a revise/defer recommendation.</a:t>
            </a:r>
          </a:p>
          <a:p xmlns:a="http://schemas.openxmlformats.org/drawingml/2006/main">
            <a:r>
              <a:t/>
            </a:r>
          </a:p>
          <a:p xmlns:a="http://schemas.openxmlformats.org/drawingml/2006/main">
            <a:r>
              <a:t>Sources, accessed 27 October 2026</a:t>
            </a:r>
          </a:p>
          <a:p xmlns:a="http://schemas.openxmlformats.org/drawingml/2006/main">
            <a:r>
              <a:t>S1: InGen Dynamics, company and leadership portfolio</a:t>
            </a:r>
          </a:p>
          <a:p xmlns:a="http://schemas.openxmlformats.org/drawingml/2006/main">
            <a:r>
              <a:t>https://www.ingendynamics.com/</a:t>
            </a:r>
          </a:p>
          <a:p xmlns:a="http://schemas.openxmlformats.org/drawingml/2006/main">
            <a:r>
              <a:t>Date: Undated live page. Reliability: B. Use: Company-reported CEO, engineering leadership and platform positioning. Boundary: Does not establish decision delegation, US product readiness, sales ownership or customer relationships.</a:t>
            </a:r>
          </a:p>
          <a:p xmlns:a="http://schemas.openxmlformats.org/drawingml/2006/main">
            <a:r>
              <a:t/>
            </a:r>
          </a:p>
          <a:p xmlns:a="http://schemas.openxmlformats.org/drawingml/2006/main">
            <a:r>
              <a:t>S4: BLS Occupational Outlook Handbook, Security Guards and Gambling Surveillance Officers</a:t>
            </a:r>
          </a:p>
          <a:p xmlns:a="http://schemas.openxmlformats.org/drawingml/2006/main">
            <a:r>
              <a:t>https://www.bls.gov/ooh/protective-service/security-guards.htm</a:t>
            </a:r>
          </a:p>
          <a:p xmlns:a="http://schemas.openxmlformats.org/drawingml/2006/main">
            <a:r>
              <a:t>Date: 27 August 2026, page last modified. Reliability: A. Use: Monitoring, patrol, emergency response, access control and reporting duties. Boundary: Occupational role evidence, not proof of an InGen workflow or removable guard jobs.</a:t>
            </a:r>
          </a:p>
          <a:p xmlns:a="http://schemas.openxmlformats.org/drawingml/2006/main">
            <a:r>
              <a:t/>
            </a:r>
          </a:p>
          <a:p xmlns:a="http://schemas.openxmlformats.org/drawingml/2006/main">
            <a:r>
              <a:t>S5a: NIST AI RMF Playbook, GOVERN 2.1, 2.3 and 3.2</a:t>
            </a:r>
          </a:p>
          <a:p xmlns:a="http://schemas.openxmlformats.org/drawingml/2006/main">
            <a:r>
              <a:t>https://airc.nist.gov/airmf-resources/playbook/govern/</a:t>
            </a:r>
          </a:p>
          <a:p xmlns:a="http://schemas.openxmlformats.org/drawingml/2006/main">
            <a:r>
              <a:t>Date: Undated live guidance. Reliability: A. Use: Documented responsibilities, leadership oversight and differentiated human oversight/user roles. Boundary: Voluntary guidance, not certification, legal advice or evidence of InGen implementation.</a:t>
            </a:r>
          </a:p>
          <a:p xmlns:a="http://schemas.openxmlformats.org/drawingml/2006/main">
            <a:r>
              <a:t/>
            </a:r>
          </a:p>
          <a:p xmlns:a="http://schemas.openxmlformats.org/drawingml/2006/main">
            <a:r>
              <a:t>S7: O*NET OnLine, Security Managers 11-3013.01, Tasks</a:t>
            </a:r>
          </a:p>
          <a:p xmlns:a="http://schemas.openxmlformats.org/drawingml/2006/main">
            <a:r>
              <a:t>https://www.onetonline.org/link/details/11-3013.01</a:t>
            </a:r>
          </a:p>
          <a:p xmlns:a="http://schemas.openxmlformats.org/drawingml/2006/main">
            <a:r>
              <a:t>Date: Live occupational profile. Reliability: A. Use: Security budgeting, supervision and operating procedures support a buyer archetype. Boundary: A job title alone does not establish purchasing authority, budget size or willingness to buy.</a:t>
            </a:r>
          </a:p>
          <a:p xmlns:a="http://schemas.openxmlformats.org/drawingml/2006/main">
            <a:r>
              <a:t/>
            </a:r>
          </a:p>
          <a:p xmlns:a="http://schemas.openxmlformats.org/drawingml/2006/main">
            <a:r>
              <a:t>S8: O*NET OnLine, Facilities Managers 11-3013.00, Tasks</a:t>
            </a:r>
          </a:p>
          <a:p xmlns:a="http://schemas.openxmlformats.org/drawingml/2006/main">
            <a:r>
              <a:t>https://www.onetonline.org/link/details/11-3013.00</a:t>
            </a:r>
          </a:p>
          <a:p xmlns:a="http://schemas.openxmlformats.org/drawingml/2006/main">
            <a:r>
              <a:t>Date: Live occupational profile. Reliability: A. Use: Contract/equipment budgets, facility safety and maintenance support the facilities buyer archetype. Boundary: The final site owner, budget holder and signatory must be confirmed for the selected segment.</a:t>
            </a:r>
          </a:p>
          <a:p xmlns:a="http://schemas.openxmlformats.org/drawingml/2006/main">
            <a:r>
              <a:t/>
            </a:r>
          </a:p>
          <a:p xmlns:a="http://schemas.openxmlformats.org/drawingml/2006/main">
            <a:r>
              <a:t>S9: Northern Ireland Department of Finance, Programme and project management tools and techniques</a:t>
            </a:r>
          </a:p>
          <a:p xmlns:a="http://schemas.openxmlformats.org/drawingml/2006/main">
            <a:r>
              <a:t>https://www.finance-ni.gov.uk/articles/programme-and-project-management-tools-and-techniques</a:t>
            </a:r>
          </a:p>
          <a:p xmlns:a="http://schemas.openxmlformats.org/drawingml/2006/main">
            <a:r>
              <a:t>Date: Undated live guidance. Reliability: A. Use: RACI definitions and stakeholder-management principles. Boundary: A method source, not evidence that the proposed InGen RACI has been accepted.</a:t>
            </a:r>
          </a:p>
          <a:p xmlns:a="http://schemas.openxmlformats.org/drawingml/2006/main">
            <a:r>
              <a:t/>
            </a:r>
          </a:p>
          <a:p xmlns:a="http://schemas.openxmlformats.org/drawingml/2006/main">
            <a:r>
              <a:t>S10: UK Government Analysis Function, Stakeholder mapping</a:t>
            </a:r>
          </a:p>
          <a:p xmlns:a="http://schemas.openxmlformats.org/drawingml/2006/main">
            <a:r>
              <a:t>https://analysisfunction.civilservice.gov.uk/policy-store/stakeholder-mapping/</a:t>
            </a:r>
          </a:p>
          <a:p xmlns:a="http://schemas.openxmlformats.org/drawingml/2006/main">
            <a:r>
              <a:t>Date: Undated live guidance. Reliability: A. Use: Stakeholder mapping method and engagement planning. Boundary: Power/interest positions in this deck remain analyst judgements.</a:t>
            </a:r>
          </a:p>
          <a:p xmlns:a="http://schemas.openxmlformats.org/drawingml/2006/main">
            <a:r>
              <a:t/>
            </a:r>
          </a:p>
          <a:p xmlns:a="http://schemas.openxmlformats.org/drawingml/2006/main">
            <a:r>
              <a:t>I1: Internship Plan for Yufei Li, v1.0, October 2026</a:t>
            </a:r>
          </a:p>
          <a:p xmlns:a="http://schemas.openxmlformats.org/drawingml/2006/main">
            <a:r>
              <a:t>Internal supplied document: sections 1.4, 2.1, Week 1 and programme reviews</a:t>
            </a:r>
          </a:p>
          <a:p xmlns:a="http://schemas.openxmlformats.org/drawingml/2006/main">
            <a:r>
              <a:t>Date: October 2026. Reliability: Internal scope. Use: Names Iqbal Patel as programme supervisor and sets six-week work scope and review structure. Boundary: Programme oversight does not establish commercial or customer procurement approval rights.</a:t>
            </a:r>
          </a:p>
          <a:p xmlns:a="http://schemas.openxmlformats.org/drawingml/2006/main">
            <a:r>
              <a:t/>
            </a:r>
          </a:p>
          <a:p xmlns:a="http://schemas.openxmlformats.org/drawingml/2006/main">
            <a:r>
              <a:t>I2: W01_Platform_Business_Brief.docx</a:t>
            </a:r>
          </a:p>
          <a:p xmlns:a="http://schemas.openxmlformats.org/drawingml/2006/main">
            <a:r>
              <a:t>Current reviewed working file</a:t>
            </a:r>
          </a:p>
          <a:p xmlns:a="http://schemas.openxmlformats.org/drawingml/2006/main">
            <a:r>
              <a:t>Date: 27 October 2026. Reliability: Working analysis. Use: Buyer/user distinctions and H01–H05. Boundary: Commercial profiles are hypotheses.</a:t>
            </a:r>
          </a:p>
          <a:p xmlns:a="http://schemas.openxmlformats.org/drawingml/2006/main">
            <a:r>
              <a:t/>
            </a:r>
          </a:p>
          <a:p xmlns:a="http://schemas.openxmlformats.org/drawingml/2006/main">
            <a:r>
              <a:t>I3: W01_Issue_Tree_and_Analysis_Plan.pptx</a:t>
            </a:r>
          </a:p>
          <a:p xmlns:a="http://schemas.openxmlformats.org/drawingml/2006/main">
            <a:r>
              <a:t>Current reviewed working file</a:t>
            </a:r>
          </a:p>
          <a:p xmlns:a="http://schemas.openxmlformats.org/drawingml/2006/main">
            <a:r>
              <a:t>Date: 27 October 2026. Reliability: Working analysis. Use: M1–G2 leaf IDs, programme workplan and A01–A08 continuity. Boundary: Expected answer weeks are analysis commitments, not completed findings.</a:t>
            </a:r>
          </a:p>
          <a:p xmlns:a="http://schemas.openxmlformats.org/drawingml/2006/main">
            <a:r>
              <a:t/>
            </a:r>
          </a:p>
          <a:p xmlns:a="http://schemas.openxmlformats.org/drawingml/2006/main">
            <a:r>
              <a:t>Grade A denotes a primary institutional source for the stated measure or method. Grade B denotes company self-report. Neither grade verifies the hypotheses or delegated authority in this deck. All stakeholder placements and RACI assignments are provisional.</a:t>
            </a:r>
          </a:p>
          <a:p xmlns:a="http://schemas.openxmlformats.org/drawingml/2006/main">
            <a:r>
              <a:t/>
            </a:r>
          </a:p>
          <a:p xmlns:a="http://schemas.openxmlformats.org/drawingml/2006/main">
            <a:r>
              <a:t>Visible matrix condenses the existing A09–A12 register seeds. It does not close or validate any assumption. A10 affects buyer selection and sales-cycle assumptions. A11 affects review access and evidence quality. A12 changes partner influence, cost allocation and the route-to-market economics. The specific URLs, reliability grades, accessed dates and caveats remain in these notes in the source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6957b2518449a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57c071c5cf04f2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1ad8df550a44e4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48a3496a80948c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dcc87a8be934b8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e7889fb3e6d4b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1DF8D1-E231-468F-AD3B-B130535DBD9C}"/>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C8322B2-9AA7-4457-832B-A69CA023D6C3}"/>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71A826F-FFFD-4250-A03E-568F4CC2576E}"/>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60B2B7-C2EC-4F80-A1B7-A909A7D80F3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AB85DC2-BF30-49DA-B1F0-7365CFD0FF76}"/>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7C23C20-36C2-4108-BAD7-AC0F986E0AB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5BD46F-5AA6-43A9-99CD-3B23C3804332}"/>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074359B-4392-4E2F-B406-5377D9B0C035}"/>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EBEA3A-A5EE-4A22-8680-7699BD1C292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E03D5E-E9A0-417D-9F51-72E9095CBDF9}"/>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98aab370e24b26" /><Relationship Type="http://schemas.openxmlformats.org/officeDocument/2006/relationships/slideLayout" Target="/ppt/slideLayouts/slideLayout1.xml" Id="R39594162974f4a0d" /><Relationship Type="http://schemas.openxmlformats.org/officeDocument/2006/relationships/slideLayout" Target="/ppt/slideLayouts/slideLayout2.xml" Id="R6a9cccb3efd246ad" /><Relationship Type="http://schemas.openxmlformats.org/officeDocument/2006/relationships/slideLayout" Target="/ppt/slideLayouts/slideLayout3.xml" Id="R6c9f0b4009c74262" /><Relationship Type="http://schemas.openxmlformats.org/officeDocument/2006/relationships/slideLayout" Target="/ppt/slideLayouts/slideLayout4.xml" Id="Rd77fb28ee223404e" /><Relationship Type="http://schemas.openxmlformats.org/officeDocument/2006/relationships/slideLayout" Target="/ppt/slideLayouts/slideLayout5.xml" Id="R280d4432d3c14daf" /><Relationship Type="http://schemas.openxmlformats.org/officeDocument/2006/relationships/slideLayout" Target="/ppt/slideLayouts/slideLayout6.xml" Id="Rff65b35885f343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594162974f4a0d"/>
    <p:sldLayoutId xmlns:r="http://schemas.openxmlformats.org/officeDocument/2006/relationships" id="2147483650" r:id="R6a9cccb3efd246ad"/>
    <p:sldLayoutId xmlns:r="http://schemas.openxmlformats.org/officeDocument/2006/relationships" id="2147483651" r:id="R6c9f0b4009c74262"/>
    <p:sldLayoutId xmlns:r="http://schemas.openxmlformats.org/officeDocument/2006/relationships" id="2147483652" r:id="Rd77fb28ee223404e"/>
    <p:sldLayoutId xmlns:r="http://schemas.openxmlformats.org/officeDocument/2006/relationships" id="2147483653" r:id="R280d4432d3c14daf"/>
    <p:sldLayoutId xmlns:r="http://schemas.openxmlformats.org/officeDocument/2006/relationships" id="2147483654" r:id="Rff65b35885f343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a36360df1f446f6" /><Relationship Type="http://schemas.openxmlformats.org/officeDocument/2006/relationships/image" Target="/ppt/media/image.png" Id="R0e86b4d04df94fc4" /><Relationship Type="http://schemas.openxmlformats.org/officeDocument/2006/relationships/image" Target="/ppt/media/image.svg" Id="Re9605d7f5ae749e3" /><Relationship Type="http://schemas.openxmlformats.org/officeDocument/2006/relationships/image" Target="/ppt/media/image2.png" Id="R75458fbc8e9c47cb" /><Relationship Type="http://schemas.openxmlformats.org/officeDocument/2006/relationships/image" Target="/ppt/media/image2.svg" Id="Rd53c470b9154486d" /><Relationship Type="http://schemas.openxmlformats.org/officeDocument/2006/relationships/image" Target="/ppt/media/image3.png" Id="R76432e6f06d84ad0" /><Relationship Type="http://schemas.openxmlformats.org/officeDocument/2006/relationships/image" Target="/ppt/media/image3.svg" Id="R31885870cbb74ff5" /><Relationship Type="http://schemas.openxmlformats.org/officeDocument/2006/relationships/image" Target="/ppt/media/image4.png" Id="Rfccad03c4cbc41f0" /><Relationship Type="http://schemas.openxmlformats.org/officeDocument/2006/relationships/image" Target="/ppt/media/image4.svg" Id="Ra100db0eaadb4f69" /><Relationship Type="http://schemas.openxmlformats.org/officeDocument/2006/relationships/image" Target="/ppt/media/image5.png" Id="R7972c88c95e04019" /><Relationship Type="http://schemas.openxmlformats.org/officeDocument/2006/relationships/image" Target="/ppt/media/image5.svg" Id="R24d2eb6f99344bea" /><Relationship Type="http://schemas.openxmlformats.org/officeDocument/2006/relationships/image" Target="/ppt/media/image6.png" Id="Re944e621484b4e44" /><Relationship Type="http://schemas.openxmlformats.org/officeDocument/2006/relationships/image" Target="/ppt/media/image6.svg" Id="Re795a8f3f6c84049" /><Relationship Type="http://schemas.openxmlformats.org/officeDocument/2006/relationships/image" Target="/ppt/media/image7.png" Id="R30906f21349244c4" /><Relationship Type="http://schemas.openxmlformats.org/officeDocument/2006/relationships/image" Target="/ppt/media/image7.svg" Id="R3b19dab6abbf4dec" /><Relationship Type="http://schemas.openxmlformats.org/officeDocument/2006/relationships/image" Target="/ppt/media/image8.png" Id="R63693f4eeed04390" /><Relationship Type="http://schemas.openxmlformats.org/officeDocument/2006/relationships/image" Target="/ppt/media/image8.svg" Id="R6bfd2636ef064fa0" /><Relationship Type="http://schemas.openxmlformats.org/officeDocument/2006/relationships/notesSlide" Target="/ppt/notesSlides/notesSlide1.xml" Id="Ra9139eeef88a46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09e4f1dae5041eb" /><Relationship Type="http://schemas.openxmlformats.org/officeDocument/2006/relationships/image" Target="/ppt/media/image9.png" Id="Rc1517feae90d48a7" /><Relationship Type="http://schemas.openxmlformats.org/officeDocument/2006/relationships/image" Target="/ppt/media/image9.svg" Id="Rbf0028f74b204a91" /><Relationship Type="http://schemas.openxmlformats.org/officeDocument/2006/relationships/image" Target="/ppt/media/image10.png" Id="R20c09fb2fef9443c" /><Relationship Type="http://schemas.openxmlformats.org/officeDocument/2006/relationships/image" Target="/ppt/media/image10.svg" Id="R943abc6906af43dc" /><Relationship Type="http://schemas.openxmlformats.org/officeDocument/2006/relationships/image" Target="/ppt/media/image11.png" Id="Rad1470d0231d4190" /><Relationship Type="http://schemas.openxmlformats.org/officeDocument/2006/relationships/image" Target="/ppt/media/image11.svg" Id="R183281c4bf474191" /><Relationship Type="http://schemas.openxmlformats.org/officeDocument/2006/relationships/image" Target="/ppt/media/image12.png" Id="Rc0bece76a78c43a6" /><Relationship Type="http://schemas.openxmlformats.org/officeDocument/2006/relationships/image" Target="/ppt/media/image12.svg" Id="Rc191ebc5e3154c61" /><Relationship Type="http://schemas.openxmlformats.org/officeDocument/2006/relationships/image" Target="/ppt/media/image13.png" Id="R7d4bb14e85294952" /><Relationship Type="http://schemas.openxmlformats.org/officeDocument/2006/relationships/image" Target="/ppt/media/image13.svg" Id="Rf9cf115190384358" /><Relationship Type="http://schemas.openxmlformats.org/officeDocument/2006/relationships/notesSlide" Target="/ppt/notesSlides/notesSlide2.xml" Id="R309a88ff111b41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b82902d7c6848ff" /><Relationship Type="http://schemas.openxmlformats.org/officeDocument/2006/relationships/notesSlide" Target="/ppt/notesSlides/notesSlide3.xml" Id="R89ede3df5c0f41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117851f2964489d" /><Relationship Type="http://schemas.openxmlformats.org/officeDocument/2006/relationships/notesSlide" Target="/ppt/notesSlides/notesSlide4.xml" Id="Rd40b2dd1f5c640a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text-0">
            <a:extLst xmlns:a="http://schemas.openxmlformats.org/drawingml/2006/main">
              <a:ext uri="{FF2B5EF4-FFF2-40B4-BE49-F238E27FC236}">
                <a16:creationId xmlns:a16="http://schemas.microsoft.com/office/drawing/2014/main" id="{406BA3E2-8BB4-4C44-B03B-CB65B3F0A351}"/>
              </a:ext>
            </a:extLst>
          </p:cNvPr>
          <p:cNvSpPr>
            <a:spLocks xmlns:a="http://schemas.openxmlformats.org/drawingml/2006/main" noGrp="1"/>
          </p:cNvSpPr>
          <p:nvPr/>
        </p:nvSpPr>
        <p:spPr>
          <a:xfrm xmlns:a="http://schemas.openxmlformats.org/drawingml/2006/main">
            <a:off x="571500" y="381000"/>
            <a:ext cx="1409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73B5E"/>
                </a:solidFill>
                <a:latin typeface="Nimbus Sans"/>
                <a:ea typeface="Nimbus Sans"/>
                <a:cs typeface="Nimbus Sans"/>
              </a:defRPr>
            </a:defPPr>
            <a:lvl1pPr>
              <a:buNone/>
              <a:defRPr sz="3600" b="1">
                <a:solidFill>
                  <a:srgbClr val="173B5E"/>
                </a:solidFill>
                <a:latin typeface="Nimbus Sans"/>
                <a:ea typeface="Nimbus Sans"/>
                <a:cs typeface="Nimbus Sans"/>
              </a:defRPr>
            </a:lvl1pPr>
            <a:lvl2pPr>
              <a:buNone/>
              <a:defRPr sz="3600" b="1">
                <a:solidFill>
                  <a:srgbClr val="173B5E"/>
                </a:solidFill>
                <a:latin typeface="Nimbus Sans"/>
                <a:ea typeface="Nimbus Sans"/>
                <a:cs typeface="Nimbus Sans"/>
              </a:defRPr>
            </a:lvl2pPr>
            <a:lvl3pPr>
              <a:buNone/>
              <a:defRPr sz="3600" b="1">
                <a:solidFill>
                  <a:srgbClr val="173B5E"/>
                </a:solidFill>
                <a:latin typeface="Nimbus Sans"/>
                <a:ea typeface="Nimbus Sans"/>
                <a:cs typeface="Nimbus Sans"/>
              </a:defRPr>
            </a:lvl3pPr>
            <a:lvl4pPr>
              <a:buNone/>
              <a:defRPr sz="3600" b="1">
                <a:solidFill>
                  <a:srgbClr val="173B5E"/>
                </a:solidFill>
                <a:latin typeface="Nimbus Sans"/>
                <a:ea typeface="Nimbus Sans"/>
                <a:cs typeface="Nimbus Sans"/>
              </a:defRPr>
            </a:lvl4pPr>
            <a:lvl5pPr>
              <a:buNone/>
              <a:defRPr sz="3600" b="1">
                <a:solidFill>
                  <a:srgbClr val="173B5E"/>
                </a:solidFill>
                <a:latin typeface="Nimbus Sans"/>
                <a:ea typeface="Nimbus Sans"/>
                <a:cs typeface="Nimbus Sans"/>
              </a:defRPr>
            </a:lvl5pPr>
            <a:lvl6pPr>
              <a:buNone/>
              <a:defRPr sz="3600" b="1">
                <a:solidFill>
                  <a:srgbClr val="173B5E"/>
                </a:solidFill>
                <a:latin typeface="Nimbus Sans"/>
                <a:ea typeface="Nimbus Sans"/>
                <a:cs typeface="Nimbus Sans"/>
              </a:defRPr>
            </a:lvl6pPr>
            <a:lvl7pPr>
              <a:buNone/>
              <a:defRPr sz="3600" b="1">
                <a:solidFill>
                  <a:srgbClr val="173B5E"/>
                </a:solidFill>
                <a:latin typeface="Nimbus Sans"/>
                <a:ea typeface="Nimbus Sans"/>
                <a:cs typeface="Nimbus Sans"/>
              </a:defRPr>
            </a:lvl7pPr>
            <a:lvl8pPr>
              <a:buNone/>
              <a:defRPr sz="3600" b="1">
                <a:solidFill>
                  <a:srgbClr val="173B5E"/>
                </a:solidFill>
                <a:latin typeface="Nimbus Sans"/>
                <a:ea typeface="Nimbus Sans"/>
                <a:cs typeface="Nimbus Sans"/>
              </a:defRPr>
            </a:lvl8pPr>
            <a:lvl9pPr>
              <a:buNone/>
              <a:defRPr sz="3600" b="1">
                <a:solidFill>
                  <a:srgbClr val="173B5E"/>
                </a:solidFill>
                <a:latin typeface="Nimbus Sans"/>
                <a:ea typeface="Nimbus Sans"/>
                <a:cs typeface="Nimbus Sans"/>
              </a:defRPr>
            </a:lvl9pPr>
          </a:lstStyle>
          <a:p xmlns:a="http://schemas.openxmlformats.org/drawingml/2006/main">
            <a:pPr>
              <a:buNone/>
              <a:defRPr sz="3600" b="1">
                <a:solidFill>
                  <a:srgbClr val="173B5E"/>
                </a:solidFill>
                <a:latin typeface="Nimbus Sans"/>
                <a:ea typeface="Nimbus Sans"/>
                <a:cs typeface="Nimbus Sans"/>
              </a:defRPr>
            </a:pPr>
            <a:r>
              <a:rPr sz="3600" b="1">
                <a:solidFill>
                  <a:srgbClr val="173B5E"/>
                </a:solidFill>
                <a:latin typeface="Nimbus Sans"/>
                <a:ea typeface="Nimbus Sans"/>
                <a:cs typeface="Nimbus Sans"/>
              </a:rPr>
              <a:t>Stakeholder priorities</a:t>
            </a:r>
          </a:p>
        </p:txBody>
      </p:sp>
      <p:sp>
        <p:nvSpPr>
          <p:cNvPr id="2" name="text-1">
            <a:extLst xmlns:a="http://schemas.openxmlformats.org/drawingml/2006/main">
              <a:ext uri="{FF2B5EF4-FFF2-40B4-BE49-F238E27FC236}">
                <a16:creationId xmlns:a16="http://schemas.microsoft.com/office/drawing/2014/main" id="{22DDFE5C-3022-4E76-AEFC-BD14BA294DB8}"/>
              </a:ext>
            </a:extLst>
          </p:cNvPr>
          <p:cNvSpPr>
            <a:spLocks xmlns:a="http://schemas.openxmlformats.org/drawingml/2006/main" noGrp="1"/>
          </p:cNvSpPr>
          <p:nvPr/>
        </p:nvSpPr>
        <p:spPr>
          <a:xfrm xmlns:a="http://schemas.openxmlformats.org/drawingml/2006/main">
            <a:off x="571500" y="11049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52677A"/>
                </a:solidFill>
                <a:latin typeface="Nimbus Sans"/>
                <a:ea typeface="Nimbus Sans"/>
                <a:cs typeface="Nimbus Sans"/>
              </a:defRPr>
            </a:defPPr>
            <a:lvl1pPr>
              <a:buNone/>
              <a:defRPr sz="1875" b="0">
                <a:solidFill>
                  <a:srgbClr val="52677A"/>
                </a:solidFill>
                <a:latin typeface="Nimbus Sans"/>
                <a:ea typeface="Nimbus Sans"/>
                <a:cs typeface="Nimbus Sans"/>
              </a:defRPr>
            </a:lvl1pPr>
            <a:lvl2pPr>
              <a:buNone/>
              <a:defRPr sz="1875" b="0">
                <a:solidFill>
                  <a:srgbClr val="52677A"/>
                </a:solidFill>
                <a:latin typeface="Nimbus Sans"/>
                <a:ea typeface="Nimbus Sans"/>
                <a:cs typeface="Nimbus Sans"/>
              </a:defRPr>
            </a:lvl2pPr>
            <a:lvl3pPr>
              <a:buNone/>
              <a:defRPr sz="1875" b="0">
                <a:solidFill>
                  <a:srgbClr val="52677A"/>
                </a:solidFill>
                <a:latin typeface="Nimbus Sans"/>
                <a:ea typeface="Nimbus Sans"/>
                <a:cs typeface="Nimbus Sans"/>
              </a:defRPr>
            </a:lvl3pPr>
            <a:lvl4pPr>
              <a:buNone/>
              <a:defRPr sz="1875" b="0">
                <a:solidFill>
                  <a:srgbClr val="52677A"/>
                </a:solidFill>
                <a:latin typeface="Nimbus Sans"/>
                <a:ea typeface="Nimbus Sans"/>
                <a:cs typeface="Nimbus Sans"/>
              </a:defRPr>
            </a:lvl4pPr>
            <a:lvl5pPr>
              <a:buNone/>
              <a:defRPr sz="1875" b="0">
                <a:solidFill>
                  <a:srgbClr val="52677A"/>
                </a:solidFill>
                <a:latin typeface="Nimbus Sans"/>
                <a:ea typeface="Nimbus Sans"/>
                <a:cs typeface="Nimbus Sans"/>
              </a:defRPr>
            </a:lvl5pPr>
            <a:lvl6pPr>
              <a:buNone/>
              <a:defRPr sz="1875" b="0">
                <a:solidFill>
                  <a:srgbClr val="52677A"/>
                </a:solidFill>
                <a:latin typeface="Nimbus Sans"/>
                <a:ea typeface="Nimbus Sans"/>
                <a:cs typeface="Nimbus Sans"/>
              </a:defRPr>
            </a:lvl6pPr>
            <a:lvl7pPr>
              <a:buNone/>
              <a:defRPr sz="1875" b="0">
                <a:solidFill>
                  <a:srgbClr val="52677A"/>
                </a:solidFill>
                <a:latin typeface="Nimbus Sans"/>
                <a:ea typeface="Nimbus Sans"/>
                <a:cs typeface="Nimbus Sans"/>
              </a:defRPr>
            </a:lvl7pPr>
            <a:lvl8pPr>
              <a:buNone/>
              <a:defRPr sz="1875" b="0">
                <a:solidFill>
                  <a:srgbClr val="52677A"/>
                </a:solidFill>
                <a:latin typeface="Nimbus Sans"/>
                <a:ea typeface="Nimbus Sans"/>
                <a:cs typeface="Nimbus Sans"/>
              </a:defRPr>
            </a:lvl8pPr>
            <a:lvl9pPr>
              <a:buNone/>
              <a:defRPr sz="1875" b="0">
                <a:solidFill>
                  <a:srgbClr val="52677A"/>
                </a:solidFill>
                <a:latin typeface="Nimbus Sans"/>
                <a:ea typeface="Nimbus Sans"/>
                <a:cs typeface="Nimbus Sans"/>
              </a:defRPr>
            </a:lvl9pPr>
          </a:lstStyle>
          <a:p xmlns:a="http://schemas.openxmlformats.org/drawingml/2006/main">
            <a:pPr>
              <a:buNone/>
              <a:defRPr sz="1875" b="0">
                <a:solidFill>
                  <a:srgbClr val="52677A"/>
                </a:solidFill>
                <a:latin typeface="Nimbus Sans"/>
                <a:ea typeface="Nimbus Sans"/>
                <a:cs typeface="Nimbus Sans"/>
              </a:defRPr>
            </a:pPr>
            <a:r>
              <a:rPr sz="1875" b="0">
                <a:solidFill>
                  <a:srgbClr val="52677A"/>
                </a:solidFill>
                <a:latin typeface="Nimbus Sans"/>
                <a:ea typeface="Nimbus Sans"/>
                <a:cs typeface="Nimbus Sans"/>
              </a:rPr>
              <a:t>Rover / Sentinel US security offer. Initial power and interest assessment.</a:t>
            </a:r>
          </a:p>
        </p:txBody>
      </p:sp>
      <p:cxnSp>
        <p:nvCxnSpPr>
          <p:cNvPr id="3" name="">
            <a:extLst xmlns:a="http://schemas.openxmlformats.org/drawingml/2006/main">
              <a:ext uri="{FF2B5EF4-FFF2-40B4-BE49-F238E27FC236}">
                <a16:creationId xmlns:a16="http://schemas.microsoft.com/office/drawing/2014/main" id="{0F6EB643-36C3-4F3C-A7E0-969733547175}"/>
              </a:ext>
            </a:extLst>
          </p:cNvPr>
          <p:cNvCxnSpPr/>
          <p:nvPr/>
        </p:nvCxnSpPr>
        <p:spPr>
          <a:xfrm xmlns:a="http://schemas.openxmlformats.org/drawingml/2006/main">
            <a:off x="571500" y="8001000"/>
            <a:ext cx="14097000" cy="0"/>
          </a:xfrm>
          <a:prstGeom xmlns:a="http://schemas.openxmlformats.org/drawingml/2006/main" prst="bentConnector4">
            <a:avLst/>
          </a:prstGeom>
          <a:ln xmlns:a="http://schemas.openxmlformats.org/drawingml/2006/main" w="9525">
            <a:solidFill>
              <a:srgbClr val="C8D5DF"/>
            </a:solidFill>
            <a:prstDash val="solid"/>
          </a:ln>
        </p:spPr>
      </p:cxnSp>
      <p:sp>
        <p:nvSpPr>
          <p:cNvPr id="4" name="text-3">
            <a:extLst xmlns:a="http://schemas.openxmlformats.org/drawingml/2006/main">
              <a:ext uri="{FF2B5EF4-FFF2-40B4-BE49-F238E27FC236}">
                <a16:creationId xmlns:a16="http://schemas.microsoft.com/office/drawing/2014/main" id="{68B778F8-A93E-4E5B-A9CE-4E737376AD25}"/>
              </a:ext>
            </a:extLst>
          </p:cNvPr>
          <p:cNvSpPr>
            <a:spLocks xmlns:a="http://schemas.openxmlformats.org/drawingml/2006/main" noGrp="1"/>
          </p:cNvSpPr>
          <p:nvPr/>
        </p:nvSpPr>
        <p:spPr>
          <a:xfrm xmlns:a="http://schemas.openxmlformats.org/drawingml/2006/main">
            <a:off x="571500" y="8124825"/>
            <a:ext cx="1257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2677A"/>
                </a:solidFill>
                <a:latin typeface="Nimbus Sans"/>
                <a:ea typeface="Nimbus Sans"/>
                <a:cs typeface="Nimbus Sans"/>
              </a:defRPr>
            </a:defPPr>
            <a:lvl1pPr>
              <a:buNone/>
              <a:defRPr sz="1275" b="0">
                <a:solidFill>
                  <a:srgbClr val="52677A"/>
                </a:solidFill>
                <a:latin typeface="Nimbus Sans"/>
                <a:ea typeface="Nimbus Sans"/>
                <a:cs typeface="Nimbus Sans"/>
              </a:defRPr>
            </a:lvl1pPr>
            <a:lvl2pPr>
              <a:buNone/>
              <a:defRPr sz="1275" b="0">
                <a:solidFill>
                  <a:srgbClr val="52677A"/>
                </a:solidFill>
                <a:latin typeface="Nimbus Sans"/>
                <a:ea typeface="Nimbus Sans"/>
                <a:cs typeface="Nimbus Sans"/>
              </a:defRPr>
            </a:lvl2pPr>
            <a:lvl3pPr>
              <a:buNone/>
              <a:defRPr sz="1275" b="0">
                <a:solidFill>
                  <a:srgbClr val="52677A"/>
                </a:solidFill>
                <a:latin typeface="Nimbus Sans"/>
                <a:ea typeface="Nimbus Sans"/>
                <a:cs typeface="Nimbus Sans"/>
              </a:defRPr>
            </a:lvl3pPr>
            <a:lvl4pPr>
              <a:buNone/>
              <a:defRPr sz="1275" b="0">
                <a:solidFill>
                  <a:srgbClr val="52677A"/>
                </a:solidFill>
                <a:latin typeface="Nimbus Sans"/>
                <a:ea typeface="Nimbus Sans"/>
                <a:cs typeface="Nimbus Sans"/>
              </a:defRPr>
            </a:lvl4pPr>
            <a:lvl5pPr>
              <a:buNone/>
              <a:defRPr sz="1275" b="0">
                <a:solidFill>
                  <a:srgbClr val="52677A"/>
                </a:solidFill>
                <a:latin typeface="Nimbus Sans"/>
                <a:ea typeface="Nimbus Sans"/>
                <a:cs typeface="Nimbus Sans"/>
              </a:defRPr>
            </a:lvl5pPr>
            <a:lvl6pPr>
              <a:buNone/>
              <a:defRPr sz="1275" b="0">
                <a:solidFill>
                  <a:srgbClr val="52677A"/>
                </a:solidFill>
                <a:latin typeface="Nimbus Sans"/>
                <a:ea typeface="Nimbus Sans"/>
                <a:cs typeface="Nimbus Sans"/>
              </a:defRPr>
            </a:lvl6pPr>
            <a:lvl7pPr>
              <a:buNone/>
              <a:defRPr sz="1275" b="0">
                <a:solidFill>
                  <a:srgbClr val="52677A"/>
                </a:solidFill>
                <a:latin typeface="Nimbus Sans"/>
                <a:ea typeface="Nimbus Sans"/>
                <a:cs typeface="Nimbus Sans"/>
              </a:defRPr>
            </a:lvl7pPr>
            <a:lvl8pPr>
              <a:buNone/>
              <a:defRPr sz="1275" b="0">
                <a:solidFill>
                  <a:srgbClr val="52677A"/>
                </a:solidFill>
                <a:latin typeface="Nimbus Sans"/>
                <a:ea typeface="Nimbus Sans"/>
                <a:cs typeface="Nimbus Sans"/>
              </a:defRPr>
            </a:lvl8pPr>
            <a:lvl9pPr>
              <a:buNone/>
              <a:defRPr sz="1275" b="0">
                <a:solidFill>
                  <a:srgbClr val="52677A"/>
                </a:solidFill>
                <a:latin typeface="Nimbus Sans"/>
                <a:ea typeface="Nimbus Sans"/>
                <a:cs typeface="Nimbus Sans"/>
              </a:defRPr>
            </a:lvl9pPr>
          </a:lstStyle>
          <a:p xmlns:a="http://schemas.openxmlformats.org/drawingml/2006/main">
            <a:pPr>
              <a:buNone/>
              <a:defRPr sz="1275" b="0">
                <a:solidFill>
                  <a:srgbClr val="52677A"/>
                </a:solidFill>
                <a:latin typeface="Nimbus Sans"/>
                <a:ea typeface="Nimbus Sans"/>
                <a:cs typeface="Nimbus Sans"/>
              </a:defRPr>
            </a:pPr>
            <a:r>
              <a:rPr sz="1275" b="0">
                <a:solidFill>
                  <a:srgbClr val="52677A"/>
                </a:solidFill>
                <a:latin typeface="Nimbus Sans"/>
                <a:ea typeface="Nimbus Sans"/>
                <a:cs typeface="Nimbus Sans"/>
              </a:rPr>
              <a:t>InGen Dynamics   Week 1   Yufei Li   27 October 2026</a:t>
            </a:r>
          </a:p>
        </p:txBody>
      </p:sp>
      <p:sp>
        <p:nvSpPr>
          <p:cNvPr id="5" name="text-4">
            <a:extLst xmlns:a="http://schemas.openxmlformats.org/drawingml/2006/main">
              <a:ext uri="{FF2B5EF4-FFF2-40B4-BE49-F238E27FC236}">
                <a16:creationId xmlns:a16="http://schemas.microsoft.com/office/drawing/2014/main" id="{5F7B7254-F543-41AD-8BA1-5990BD031E6A}"/>
              </a:ext>
            </a:extLst>
          </p:cNvPr>
          <p:cNvSpPr>
            <a:spLocks xmlns:a="http://schemas.openxmlformats.org/drawingml/2006/main" noGrp="1"/>
          </p:cNvSpPr>
          <p:nvPr/>
        </p:nvSpPr>
        <p:spPr>
          <a:xfrm xmlns:a="http://schemas.openxmlformats.org/drawingml/2006/main">
            <a:off x="14001750" y="809625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173B5E"/>
                </a:solidFill>
                <a:latin typeface="Nimbus Sans"/>
                <a:ea typeface="Nimbus Sans"/>
                <a:cs typeface="Nimbus Sans"/>
              </a:defRPr>
            </a:defPPr>
            <a:lvl1pPr algn="r">
              <a:buNone/>
              <a:defRPr sz="1650" b="1">
                <a:solidFill>
                  <a:srgbClr val="173B5E"/>
                </a:solidFill>
                <a:latin typeface="Nimbus Sans"/>
                <a:ea typeface="Nimbus Sans"/>
                <a:cs typeface="Nimbus Sans"/>
              </a:defRPr>
            </a:lvl1pPr>
            <a:lvl2pPr algn="r">
              <a:buNone/>
              <a:defRPr sz="1650" b="1">
                <a:solidFill>
                  <a:srgbClr val="173B5E"/>
                </a:solidFill>
                <a:latin typeface="Nimbus Sans"/>
                <a:ea typeface="Nimbus Sans"/>
                <a:cs typeface="Nimbus Sans"/>
              </a:defRPr>
            </a:lvl2pPr>
            <a:lvl3pPr algn="r">
              <a:buNone/>
              <a:defRPr sz="1650" b="1">
                <a:solidFill>
                  <a:srgbClr val="173B5E"/>
                </a:solidFill>
                <a:latin typeface="Nimbus Sans"/>
                <a:ea typeface="Nimbus Sans"/>
                <a:cs typeface="Nimbus Sans"/>
              </a:defRPr>
            </a:lvl3pPr>
            <a:lvl4pPr algn="r">
              <a:buNone/>
              <a:defRPr sz="1650" b="1">
                <a:solidFill>
                  <a:srgbClr val="173B5E"/>
                </a:solidFill>
                <a:latin typeface="Nimbus Sans"/>
                <a:ea typeface="Nimbus Sans"/>
                <a:cs typeface="Nimbus Sans"/>
              </a:defRPr>
            </a:lvl4pPr>
            <a:lvl5pPr algn="r">
              <a:buNone/>
              <a:defRPr sz="1650" b="1">
                <a:solidFill>
                  <a:srgbClr val="173B5E"/>
                </a:solidFill>
                <a:latin typeface="Nimbus Sans"/>
                <a:ea typeface="Nimbus Sans"/>
                <a:cs typeface="Nimbus Sans"/>
              </a:defRPr>
            </a:lvl5pPr>
            <a:lvl6pPr algn="r">
              <a:buNone/>
              <a:defRPr sz="1650" b="1">
                <a:solidFill>
                  <a:srgbClr val="173B5E"/>
                </a:solidFill>
                <a:latin typeface="Nimbus Sans"/>
                <a:ea typeface="Nimbus Sans"/>
                <a:cs typeface="Nimbus Sans"/>
              </a:defRPr>
            </a:lvl6pPr>
            <a:lvl7pPr algn="r">
              <a:buNone/>
              <a:defRPr sz="1650" b="1">
                <a:solidFill>
                  <a:srgbClr val="173B5E"/>
                </a:solidFill>
                <a:latin typeface="Nimbus Sans"/>
                <a:ea typeface="Nimbus Sans"/>
                <a:cs typeface="Nimbus Sans"/>
              </a:defRPr>
            </a:lvl7pPr>
            <a:lvl8pPr algn="r">
              <a:buNone/>
              <a:defRPr sz="1650" b="1">
                <a:solidFill>
                  <a:srgbClr val="173B5E"/>
                </a:solidFill>
                <a:latin typeface="Nimbus Sans"/>
                <a:ea typeface="Nimbus Sans"/>
                <a:cs typeface="Nimbus Sans"/>
              </a:defRPr>
            </a:lvl8pPr>
            <a:lvl9pPr algn="r">
              <a:buNone/>
              <a:defRPr sz="1650" b="1">
                <a:solidFill>
                  <a:srgbClr val="173B5E"/>
                </a:solidFill>
                <a:latin typeface="Nimbus Sans"/>
                <a:ea typeface="Nimbus Sans"/>
                <a:cs typeface="Nimbus Sans"/>
              </a:defRPr>
            </a:lvl9pPr>
          </a:lstStyle>
          <a:p xmlns:a="http://schemas.openxmlformats.org/drawingml/2006/main">
            <a:pPr algn="r">
              <a:buNone/>
              <a:defRPr sz="1650" b="1">
                <a:solidFill>
                  <a:srgbClr val="173B5E"/>
                </a:solidFill>
                <a:latin typeface="Nimbus Sans"/>
                <a:ea typeface="Nimbus Sans"/>
                <a:cs typeface="Nimbus Sans"/>
              </a:defRPr>
            </a:pPr>
            <a:r>
              <a:rPr sz="1650" b="1">
                <a:solidFill>
                  <a:srgbClr val="173B5E"/>
                </a:solidFill>
                <a:latin typeface="Nimbus Sans"/>
                <a:ea typeface="Nimbus Sans"/>
                <a:cs typeface="Nimbus Sans"/>
              </a:rPr>
              <a:t>01</a:t>
            </a:r>
          </a:p>
        </p:txBody>
      </p:sp>
      <p:cxnSp>
        <p:nvCxnSpPr>
          <p:cNvPr id="6" name="">
            <a:extLst xmlns:a="http://schemas.openxmlformats.org/drawingml/2006/main">
              <a:ext uri="{FF2B5EF4-FFF2-40B4-BE49-F238E27FC236}">
                <a16:creationId xmlns:a16="http://schemas.microsoft.com/office/drawing/2014/main" id="{E3D81BBC-D4BE-474E-8283-C4288727BA81}"/>
              </a:ext>
            </a:extLst>
          </p:cNvPr>
          <p:cNvCxnSpPr/>
          <p:nvPr/>
        </p:nvCxnSpPr>
        <p:spPr>
          <a:xfrm xmlns:a="http://schemas.openxmlformats.org/drawingml/2006/main">
            <a:off x="1619250" y="2209800"/>
            <a:ext cx="13049250" cy="0"/>
          </a:xfrm>
          <a:prstGeom xmlns:a="http://schemas.openxmlformats.org/drawingml/2006/main" prst="bentConnector4">
            <a:avLst/>
          </a:prstGeom>
          <a:ln xmlns:a="http://schemas.openxmlformats.org/drawingml/2006/main" w="13335">
            <a:solidFill>
              <a:srgbClr val="173B5E"/>
            </a:solidFill>
            <a:prstDash val="solid"/>
          </a:ln>
        </p:spPr>
      </p:cxnSp>
      <p:cxnSp>
        <p:nvCxnSpPr>
          <p:cNvPr id="7" name="">
            <a:extLst xmlns:a="http://schemas.openxmlformats.org/drawingml/2006/main">
              <a:ext uri="{FF2B5EF4-FFF2-40B4-BE49-F238E27FC236}">
                <a16:creationId xmlns:a16="http://schemas.microsoft.com/office/drawing/2014/main" id="{D05777F3-04EF-41D9-926B-A70CCE6B58AF}"/>
              </a:ext>
            </a:extLst>
          </p:cNvPr>
          <p:cNvCxnSpPr/>
          <p:nvPr/>
        </p:nvCxnSpPr>
        <p:spPr>
          <a:xfrm xmlns:a="http://schemas.openxmlformats.org/drawingml/2006/main">
            <a:off x="1619250" y="4591050"/>
            <a:ext cx="13049250" cy="0"/>
          </a:xfrm>
          <a:prstGeom xmlns:a="http://schemas.openxmlformats.org/drawingml/2006/main" prst="bentConnector4">
            <a:avLst/>
          </a:prstGeom>
          <a:ln xmlns:a="http://schemas.openxmlformats.org/drawingml/2006/main" w="11430">
            <a:solidFill>
              <a:srgbClr val="C8D5DF"/>
            </a:solidFill>
            <a:prstDash val="solid"/>
          </a:ln>
        </p:spPr>
      </p:cxnSp>
      <p:cxnSp>
        <p:nvCxnSpPr>
          <p:cNvPr id="8" name="">
            <a:extLst xmlns:a="http://schemas.openxmlformats.org/drawingml/2006/main">
              <a:ext uri="{FF2B5EF4-FFF2-40B4-BE49-F238E27FC236}">
                <a16:creationId xmlns:a16="http://schemas.microsoft.com/office/drawing/2014/main" id="{2CE77122-6050-4DD5-99CD-85162D0FF4D2}"/>
              </a:ext>
            </a:extLst>
          </p:cNvPr>
          <p:cNvCxnSpPr/>
          <p:nvPr/>
        </p:nvCxnSpPr>
        <p:spPr>
          <a:xfrm xmlns:a="http://schemas.openxmlformats.org/drawingml/2006/main">
            <a:off x="1619250" y="6972300"/>
            <a:ext cx="13049250" cy="0"/>
          </a:xfrm>
          <a:prstGeom xmlns:a="http://schemas.openxmlformats.org/drawingml/2006/main" prst="bentConnector4">
            <a:avLst/>
          </a:prstGeom>
          <a:ln xmlns:a="http://schemas.openxmlformats.org/drawingml/2006/main" w="13335">
            <a:solidFill>
              <a:srgbClr val="173B5E"/>
            </a:solidFill>
            <a:prstDash val="solid"/>
          </a:ln>
        </p:spPr>
      </p:cxnSp>
      <p:cxnSp>
        <p:nvCxnSpPr>
          <p:cNvPr id="9" name="">
            <a:extLst xmlns:a="http://schemas.openxmlformats.org/drawingml/2006/main">
              <a:ext uri="{FF2B5EF4-FFF2-40B4-BE49-F238E27FC236}">
                <a16:creationId xmlns:a16="http://schemas.microsoft.com/office/drawing/2014/main" id="{02EDF784-134F-44AA-8DF2-CDFAD04A4F12}"/>
              </a:ext>
            </a:extLst>
          </p:cNvPr>
          <p:cNvCxnSpPr/>
          <p:nvPr/>
        </p:nvCxnSpPr>
        <p:spPr>
          <a:xfrm xmlns:a="http://schemas.openxmlformats.org/drawingml/2006/main">
            <a:off x="1619250" y="2209800"/>
            <a:ext cx="0" cy="4762500"/>
          </a:xfrm>
          <a:prstGeom xmlns:a="http://schemas.openxmlformats.org/drawingml/2006/main" prst="bentConnector4">
            <a:avLst/>
          </a:prstGeom>
          <a:ln xmlns:a="http://schemas.openxmlformats.org/drawingml/2006/main" w="13335">
            <a:solidFill>
              <a:srgbClr val="173B5E"/>
            </a:solidFill>
            <a:prstDash val="solid"/>
          </a:ln>
        </p:spPr>
      </p:cxnSp>
      <p:cxnSp>
        <p:nvCxnSpPr>
          <p:cNvPr id="10" name="">
            <a:extLst xmlns:a="http://schemas.openxmlformats.org/drawingml/2006/main">
              <a:ext uri="{FF2B5EF4-FFF2-40B4-BE49-F238E27FC236}">
                <a16:creationId xmlns:a16="http://schemas.microsoft.com/office/drawing/2014/main" id="{6DB35029-51FE-4DF4-9407-9A97CFD3D2F9}"/>
              </a:ext>
            </a:extLst>
          </p:cNvPr>
          <p:cNvCxnSpPr/>
          <p:nvPr/>
        </p:nvCxnSpPr>
        <p:spPr>
          <a:xfrm xmlns:a="http://schemas.openxmlformats.org/drawingml/2006/main">
            <a:off x="8143875" y="2209800"/>
            <a:ext cx="0" cy="4762500"/>
          </a:xfrm>
          <a:prstGeom xmlns:a="http://schemas.openxmlformats.org/drawingml/2006/main" prst="bentConnector4">
            <a:avLst/>
          </a:prstGeom>
          <a:ln xmlns:a="http://schemas.openxmlformats.org/drawingml/2006/main" w="11430">
            <a:solidFill>
              <a:srgbClr val="C8D5DF"/>
            </a:solidFill>
            <a:prstDash val="solid"/>
          </a:ln>
        </p:spPr>
      </p:cxnSp>
      <p:cxnSp>
        <p:nvCxnSpPr>
          <p:cNvPr id="11" name="">
            <a:extLst xmlns:a="http://schemas.openxmlformats.org/drawingml/2006/main">
              <a:ext uri="{FF2B5EF4-FFF2-40B4-BE49-F238E27FC236}">
                <a16:creationId xmlns:a16="http://schemas.microsoft.com/office/drawing/2014/main" id="{8B74B256-43C8-4206-90AA-2A0DF90E795F}"/>
              </a:ext>
            </a:extLst>
          </p:cNvPr>
          <p:cNvCxnSpPr/>
          <p:nvPr/>
        </p:nvCxnSpPr>
        <p:spPr>
          <a:xfrm xmlns:a="http://schemas.openxmlformats.org/drawingml/2006/main">
            <a:off x="14668500" y="2209800"/>
            <a:ext cx="0" cy="4762500"/>
          </a:xfrm>
          <a:prstGeom xmlns:a="http://schemas.openxmlformats.org/drawingml/2006/main" prst="bentConnector4">
            <a:avLst/>
          </a:prstGeom>
          <a:ln xmlns:a="http://schemas.openxmlformats.org/drawingml/2006/main" w="13335">
            <a:solidFill>
              <a:srgbClr val="173B5E"/>
            </a:solidFill>
            <a:prstDash val="solid"/>
          </a:ln>
        </p:spPr>
      </p:cxnSp>
      <p:sp>
        <p:nvSpPr>
          <p:cNvPr id="12" name="text-11">
            <a:extLst xmlns:a="http://schemas.openxmlformats.org/drawingml/2006/main">
              <a:ext uri="{FF2B5EF4-FFF2-40B4-BE49-F238E27FC236}">
                <a16:creationId xmlns:a16="http://schemas.microsoft.com/office/drawing/2014/main" id="{CFF71505-426E-4845-A935-46E488F008E8}"/>
              </a:ext>
            </a:extLst>
          </p:cNvPr>
          <p:cNvSpPr>
            <a:spLocks xmlns:a="http://schemas.openxmlformats.org/drawingml/2006/main" noGrp="1"/>
          </p:cNvSpPr>
          <p:nvPr/>
        </p:nvSpPr>
        <p:spPr>
          <a:xfrm xmlns:a="http://schemas.openxmlformats.org/drawingml/2006/main">
            <a:off x="571500" y="2114550"/>
            <a:ext cx="952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173B5E"/>
                </a:solidFill>
                <a:latin typeface="Nimbus Sans"/>
                <a:ea typeface="Nimbus Sans"/>
                <a:cs typeface="Nimbus Sans"/>
              </a:defRPr>
            </a:defPPr>
            <a:lvl1pPr>
              <a:buNone/>
              <a:defRPr sz="1725" b="1">
                <a:solidFill>
                  <a:srgbClr val="173B5E"/>
                </a:solidFill>
                <a:latin typeface="Nimbus Sans"/>
                <a:ea typeface="Nimbus Sans"/>
                <a:cs typeface="Nimbus Sans"/>
              </a:defRPr>
            </a:lvl1pPr>
            <a:lvl2pPr>
              <a:buNone/>
              <a:defRPr sz="1725" b="1">
                <a:solidFill>
                  <a:srgbClr val="173B5E"/>
                </a:solidFill>
                <a:latin typeface="Nimbus Sans"/>
                <a:ea typeface="Nimbus Sans"/>
                <a:cs typeface="Nimbus Sans"/>
              </a:defRPr>
            </a:lvl2pPr>
            <a:lvl3pPr>
              <a:buNone/>
              <a:defRPr sz="1725" b="1">
                <a:solidFill>
                  <a:srgbClr val="173B5E"/>
                </a:solidFill>
                <a:latin typeface="Nimbus Sans"/>
                <a:ea typeface="Nimbus Sans"/>
                <a:cs typeface="Nimbus Sans"/>
              </a:defRPr>
            </a:lvl3pPr>
            <a:lvl4pPr>
              <a:buNone/>
              <a:defRPr sz="1725" b="1">
                <a:solidFill>
                  <a:srgbClr val="173B5E"/>
                </a:solidFill>
                <a:latin typeface="Nimbus Sans"/>
                <a:ea typeface="Nimbus Sans"/>
                <a:cs typeface="Nimbus Sans"/>
              </a:defRPr>
            </a:lvl4pPr>
            <a:lvl5pPr>
              <a:buNone/>
              <a:defRPr sz="1725" b="1">
                <a:solidFill>
                  <a:srgbClr val="173B5E"/>
                </a:solidFill>
                <a:latin typeface="Nimbus Sans"/>
                <a:ea typeface="Nimbus Sans"/>
                <a:cs typeface="Nimbus Sans"/>
              </a:defRPr>
            </a:lvl5pPr>
            <a:lvl6pPr>
              <a:buNone/>
              <a:defRPr sz="1725" b="1">
                <a:solidFill>
                  <a:srgbClr val="173B5E"/>
                </a:solidFill>
                <a:latin typeface="Nimbus Sans"/>
                <a:ea typeface="Nimbus Sans"/>
                <a:cs typeface="Nimbus Sans"/>
              </a:defRPr>
            </a:lvl6pPr>
            <a:lvl7pPr>
              <a:buNone/>
              <a:defRPr sz="1725" b="1">
                <a:solidFill>
                  <a:srgbClr val="173B5E"/>
                </a:solidFill>
                <a:latin typeface="Nimbus Sans"/>
                <a:ea typeface="Nimbus Sans"/>
                <a:cs typeface="Nimbus Sans"/>
              </a:defRPr>
            </a:lvl7pPr>
            <a:lvl8pPr>
              <a:buNone/>
              <a:defRPr sz="1725" b="1">
                <a:solidFill>
                  <a:srgbClr val="173B5E"/>
                </a:solidFill>
                <a:latin typeface="Nimbus Sans"/>
                <a:ea typeface="Nimbus Sans"/>
                <a:cs typeface="Nimbus Sans"/>
              </a:defRPr>
            </a:lvl8pPr>
            <a:lvl9pPr>
              <a:buNone/>
              <a:defRPr sz="1725" b="1">
                <a:solidFill>
                  <a:srgbClr val="173B5E"/>
                </a:solidFill>
                <a:latin typeface="Nimbus Sans"/>
                <a:ea typeface="Nimbus Sans"/>
                <a:cs typeface="Nimbus Sans"/>
              </a:defRPr>
            </a:lvl9pPr>
          </a:lstStyle>
          <a:p xmlns:a="http://schemas.openxmlformats.org/drawingml/2006/main">
            <a:pPr>
              <a:buNone/>
              <a:defRPr sz="1725" b="1">
                <a:solidFill>
                  <a:srgbClr val="173B5E"/>
                </a:solidFill>
                <a:latin typeface="Nimbus Sans"/>
                <a:ea typeface="Nimbus Sans"/>
                <a:cs typeface="Nimbus Sans"/>
              </a:defRPr>
            </a:pPr>
            <a:r>
              <a:rPr sz="1725" b="1">
                <a:solidFill>
                  <a:srgbClr val="173B5E"/>
                </a:solidFill>
                <a:latin typeface="Nimbus Sans"/>
                <a:ea typeface="Nimbus Sans"/>
                <a:cs typeface="Nimbus Sans"/>
              </a:rPr>
              <a:t>HIGH</a:t>
            </a:r>
          </a:p>
          <a:p xmlns:a="http://schemas.openxmlformats.org/drawingml/2006/main">
            <a:pPr>
              <a:buNone/>
              <a:defRPr sz="1725" b="1">
                <a:solidFill>
                  <a:srgbClr val="173B5E"/>
                </a:solidFill>
                <a:latin typeface="Nimbus Sans"/>
                <a:ea typeface="Nimbus Sans"/>
                <a:cs typeface="Nimbus Sans"/>
              </a:defRPr>
            </a:pPr>
            <a:r>
              <a:rPr sz="1725" b="1">
                <a:solidFill>
                  <a:srgbClr val="173B5E"/>
                </a:solidFill>
                <a:latin typeface="Nimbus Sans"/>
                <a:ea typeface="Nimbus Sans"/>
                <a:cs typeface="Nimbus Sans"/>
              </a:rPr>
              <a:t>POWER</a:t>
            </a:r>
          </a:p>
        </p:txBody>
      </p:sp>
      <p:sp>
        <p:nvSpPr>
          <p:cNvPr id="13" name="text-12">
            <a:extLst xmlns:a="http://schemas.openxmlformats.org/drawingml/2006/main">
              <a:ext uri="{FF2B5EF4-FFF2-40B4-BE49-F238E27FC236}">
                <a16:creationId xmlns:a16="http://schemas.microsoft.com/office/drawing/2014/main" id="{164E1B80-EA16-46FF-BD71-451EE6B416E7}"/>
              </a:ext>
            </a:extLst>
          </p:cNvPr>
          <p:cNvSpPr>
            <a:spLocks xmlns:a="http://schemas.openxmlformats.org/drawingml/2006/main" noGrp="1"/>
          </p:cNvSpPr>
          <p:nvPr/>
        </p:nvSpPr>
        <p:spPr>
          <a:xfrm xmlns:a="http://schemas.openxmlformats.org/drawingml/2006/main">
            <a:off x="571500" y="6381750"/>
            <a:ext cx="952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173B5E"/>
                </a:solidFill>
                <a:latin typeface="Nimbus Sans"/>
                <a:ea typeface="Nimbus Sans"/>
                <a:cs typeface="Nimbus Sans"/>
              </a:defRPr>
            </a:defPPr>
            <a:lvl1pPr>
              <a:buNone/>
              <a:defRPr sz="1725" b="1">
                <a:solidFill>
                  <a:srgbClr val="173B5E"/>
                </a:solidFill>
                <a:latin typeface="Nimbus Sans"/>
                <a:ea typeface="Nimbus Sans"/>
                <a:cs typeface="Nimbus Sans"/>
              </a:defRPr>
            </a:lvl1pPr>
            <a:lvl2pPr>
              <a:buNone/>
              <a:defRPr sz="1725" b="1">
                <a:solidFill>
                  <a:srgbClr val="173B5E"/>
                </a:solidFill>
                <a:latin typeface="Nimbus Sans"/>
                <a:ea typeface="Nimbus Sans"/>
                <a:cs typeface="Nimbus Sans"/>
              </a:defRPr>
            </a:lvl2pPr>
            <a:lvl3pPr>
              <a:buNone/>
              <a:defRPr sz="1725" b="1">
                <a:solidFill>
                  <a:srgbClr val="173B5E"/>
                </a:solidFill>
                <a:latin typeface="Nimbus Sans"/>
                <a:ea typeface="Nimbus Sans"/>
                <a:cs typeface="Nimbus Sans"/>
              </a:defRPr>
            </a:lvl3pPr>
            <a:lvl4pPr>
              <a:buNone/>
              <a:defRPr sz="1725" b="1">
                <a:solidFill>
                  <a:srgbClr val="173B5E"/>
                </a:solidFill>
                <a:latin typeface="Nimbus Sans"/>
                <a:ea typeface="Nimbus Sans"/>
                <a:cs typeface="Nimbus Sans"/>
              </a:defRPr>
            </a:lvl4pPr>
            <a:lvl5pPr>
              <a:buNone/>
              <a:defRPr sz="1725" b="1">
                <a:solidFill>
                  <a:srgbClr val="173B5E"/>
                </a:solidFill>
                <a:latin typeface="Nimbus Sans"/>
                <a:ea typeface="Nimbus Sans"/>
                <a:cs typeface="Nimbus Sans"/>
              </a:defRPr>
            </a:lvl5pPr>
            <a:lvl6pPr>
              <a:buNone/>
              <a:defRPr sz="1725" b="1">
                <a:solidFill>
                  <a:srgbClr val="173B5E"/>
                </a:solidFill>
                <a:latin typeface="Nimbus Sans"/>
                <a:ea typeface="Nimbus Sans"/>
                <a:cs typeface="Nimbus Sans"/>
              </a:defRPr>
            </a:lvl6pPr>
            <a:lvl7pPr>
              <a:buNone/>
              <a:defRPr sz="1725" b="1">
                <a:solidFill>
                  <a:srgbClr val="173B5E"/>
                </a:solidFill>
                <a:latin typeface="Nimbus Sans"/>
                <a:ea typeface="Nimbus Sans"/>
                <a:cs typeface="Nimbus Sans"/>
              </a:defRPr>
            </a:lvl7pPr>
            <a:lvl8pPr>
              <a:buNone/>
              <a:defRPr sz="1725" b="1">
                <a:solidFill>
                  <a:srgbClr val="173B5E"/>
                </a:solidFill>
                <a:latin typeface="Nimbus Sans"/>
                <a:ea typeface="Nimbus Sans"/>
                <a:cs typeface="Nimbus Sans"/>
              </a:defRPr>
            </a:lvl8pPr>
            <a:lvl9pPr>
              <a:buNone/>
              <a:defRPr sz="1725" b="1">
                <a:solidFill>
                  <a:srgbClr val="173B5E"/>
                </a:solidFill>
                <a:latin typeface="Nimbus Sans"/>
                <a:ea typeface="Nimbus Sans"/>
                <a:cs typeface="Nimbus Sans"/>
              </a:defRPr>
            </a:lvl9pPr>
          </a:lstStyle>
          <a:p xmlns:a="http://schemas.openxmlformats.org/drawingml/2006/main">
            <a:pPr>
              <a:buNone/>
              <a:defRPr sz="1725" b="1">
                <a:solidFill>
                  <a:srgbClr val="173B5E"/>
                </a:solidFill>
                <a:latin typeface="Nimbus Sans"/>
                <a:ea typeface="Nimbus Sans"/>
                <a:cs typeface="Nimbus Sans"/>
              </a:defRPr>
            </a:pPr>
            <a:r>
              <a:rPr sz="1725" b="1">
                <a:solidFill>
                  <a:srgbClr val="173B5E"/>
                </a:solidFill>
                <a:latin typeface="Nimbus Sans"/>
                <a:ea typeface="Nimbus Sans"/>
                <a:cs typeface="Nimbus Sans"/>
              </a:rPr>
              <a:t>LOW</a:t>
            </a:r>
          </a:p>
          <a:p xmlns:a="http://schemas.openxmlformats.org/drawingml/2006/main">
            <a:pPr>
              <a:buNone/>
              <a:defRPr sz="1725" b="1">
                <a:solidFill>
                  <a:srgbClr val="173B5E"/>
                </a:solidFill>
                <a:latin typeface="Nimbus Sans"/>
                <a:ea typeface="Nimbus Sans"/>
                <a:cs typeface="Nimbus Sans"/>
              </a:defRPr>
            </a:pPr>
            <a:r>
              <a:rPr sz="1725" b="1">
                <a:solidFill>
                  <a:srgbClr val="173B5E"/>
                </a:solidFill>
                <a:latin typeface="Nimbus Sans"/>
                <a:ea typeface="Nimbus Sans"/>
                <a:cs typeface="Nimbus Sans"/>
              </a:rPr>
              <a:t>POWER</a:t>
            </a:r>
          </a:p>
        </p:txBody>
      </p:sp>
      <p:sp>
        <p:nvSpPr>
          <p:cNvPr id="14" name="text-13">
            <a:extLst xmlns:a="http://schemas.openxmlformats.org/drawingml/2006/main">
              <a:ext uri="{FF2B5EF4-FFF2-40B4-BE49-F238E27FC236}">
                <a16:creationId xmlns:a16="http://schemas.microsoft.com/office/drawing/2014/main" id="{67D43D51-D647-44D7-8672-789D86C4FF50}"/>
              </a:ext>
            </a:extLst>
          </p:cNvPr>
          <p:cNvSpPr>
            <a:spLocks xmlns:a="http://schemas.openxmlformats.org/drawingml/2006/main" noGrp="1"/>
          </p:cNvSpPr>
          <p:nvPr/>
        </p:nvSpPr>
        <p:spPr>
          <a:xfrm xmlns:a="http://schemas.openxmlformats.org/drawingml/2006/main">
            <a:off x="2019300" y="1771650"/>
            <a:ext cx="5810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52677A"/>
                </a:solidFill>
                <a:latin typeface="Nimbus Sans"/>
                <a:ea typeface="Nimbus Sans"/>
                <a:cs typeface="Nimbus Sans"/>
              </a:defRPr>
            </a:defPPr>
            <a:lvl1pPr>
              <a:buNone/>
              <a:defRPr sz="1650" b="1">
                <a:solidFill>
                  <a:srgbClr val="52677A"/>
                </a:solidFill>
                <a:latin typeface="Nimbus Sans"/>
                <a:ea typeface="Nimbus Sans"/>
                <a:cs typeface="Nimbus Sans"/>
              </a:defRPr>
            </a:lvl1pPr>
            <a:lvl2pPr>
              <a:buNone/>
              <a:defRPr sz="1650" b="1">
                <a:solidFill>
                  <a:srgbClr val="52677A"/>
                </a:solidFill>
                <a:latin typeface="Nimbus Sans"/>
                <a:ea typeface="Nimbus Sans"/>
                <a:cs typeface="Nimbus Sans"/>
              </a:defRPr>
            </a:lvl2pPr>
            <a:lvl3pPr>
              <a:buNone/>
              <a:defRPr sz="1650" b="1">
                <a:solidFill>
                  <a:srgbClr val="52677A"/>
                </a:solidFill>
                <a:latin typeface="Nimbus Sans"/>
                <a:ea typeface="Nimbus Sans"/>
                <a:cs typeface="Nimbus Sans"/>
              </a:defRPr>
            </a:lvl3pPr>
            <a:lvl4pPr>
              <a:buNone/>
              <a:defRPr sz="1650" b="1">
                <a:solidFill>
                  <a:srgbClr val="52677A"/>
                </a:solidFill>
                <a:latin typeface="Nimbus Sans"/>
                <a:ea typeface="Nimbus Sans"/>
                <a:cs typeface="Nimbus Sans"/>
              </a:defRPr>
            </a:lvl4pPr>
            <a:lvl5pPr>
              <a:buNone/>
              <a:defRPr sz="1650" b="1">
                <a:solidFill>
                  <a:srgbClr val="52677A"/>
                </a:solidFill>
                <a:latin typeface="Nimbus Sans"/>
                <a:ea typeface="Nimbus Sans"/>
                <a:cs typeface="Nimbus Sans"/>
              </a:defRPr>
            </a:lvl5pPr>
            <a:lvl6pPr>
              <a:buNone/>
              <a:defRPr sz="1650" b="1">
                <a:solidFill>
                  <a:srgbClr val="52677A"/>
                </a:solidFill>
                <a:latin typeface="Nimbus Sans"/>
                <a:ea typeface="Nimbus Sans"/>
                <a:cs typeface="Nimbus Sans"/>
              </a:defRPr>
            </a:lvl6pPr>
            <a:lvl7pPr>
              <a:buNone/>
              <a:defRPr sz="1650" b="1">
                <a:solidFill>
                  <a:srgbClr val="52677A"/>
                </a:solidFill>
                <a:latin typeface="Nimbus Sans"/>
                <a:ea typeface="Nimbus Sans"/>
                <a:cs typeface="Nimbus Sans"/>
              </a:defRPr>
            </a:lvl7pPr>
            <a:lvl8pPr>
              <a:buNone/>
              <a:defRPr sz="1650" b="1">
                <a:solidFill>
                  <a:srgbClr val="52677A"/>
                </a:solidFill>
                <a:latin typeface="Nimbus Sans"/>
                <a:ea typeface="Nimbus Sans"/>
                <a:cs typeface="Nimbus Sans"/>
              </a:defRPr>
            </a:lvl8pPr>
            <a:lvl9pPr>
              <a:buNone/>
              <a:defRPr sz="1650" b="1">
                <a:solidFill>
                  <a:srgbClr val="52677A"/>
                </a:solidFill>
                <a:latin typeface="Nimbus Sans"/>
                <a:ea typeface="Nimbus Sans"/>
                <a:cs typeface="Nimbus Sans"/>
              </a:defRPr>
            </a:lvl9pPr>
          </a:lstStyle>
          <a:p xmlns:a="http://schemas.openxmlformats.org/drawingml/2006/main">
            <a:pPr>
              <a:buNone/>
              <a:defRPr sz="1650" b="1">
                <a:solidFill>
                  <a:srgbClr val="52677A"/>
                </a:solidFill>
                <a:latin typeface="Nimbus Sans"/>
                <a:ea typeface="Nimbus Sans"/>
                <a:cs typeface="Nimbus Sans"/>
              </a:defRPr>
            </a:pPr>
            <a:r>
              <a:rPr sz="1650" b="1">
                <a:solidFill>
                  <a:srgbClr val="52677A"/>
                </a:solidFill>
                <a:latin typeface="Nimbus Sans"/>
                <a:ea typeface="Nimbus Sans"/>
                <a:cs typeface="Nimbus Sans"/>
              </a:rPr>
              <a:t>LOWER INTEREST</a:t>
            </a:r>
          </a:p>
        </p:txBody>
      </p:sp>
      <p:sp>
        <p:nvSpPr>
          <p:cNvPr id="15" name="text-14">
            <a:extLst xmlns:a="http://schemas.openxmlformats.org/drawingml/2006/main">
              <a:ext uri="{FF2B5EF4-FFF2-40B4-BE49-F238E27FC236}">
                <a16:creationId xmlns:a16="http://schemas.microsoft.com/office/drawing/2014/main" id="{A03DF5EB-1A00-42F8-8443-2B8EC6A49EE3}"/>
              </a:ext>
            </a:extLst>
          </p:cNvPr>
          <p:cNvSpPr>
            <a:spLocks xmlns:a="http://schemas.openxmlformats.org/drawingml/2006/main" noGrp="1"/>
          </p:cNvSpPr>
          <p:nvPr/>
        </p:nvSpPr>
        <p:spPr>
          <a:xfrm xmlns:a="http://schemas.openxmlformats.org/drawingml/2006/main">
            <a:off x="8572500" y="1771650"/>
            <a:ext cx="5810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52677A"/>
                </a:solidFill>
                <a:latin typeface="Nimbus Sans"/>
                <a:ea typeface="Nimbus Sans"/>
                <a:cs typeface="Nimbus Sans"/>
              </a:defRPr>
            </a:defPPr>
            <a:lvl1pPr>
              <a:buNone/>
              <a:defRPr sz="1650" b="1">
                <a:solidFill>
                  <a:srgbClr val="52677A"/>
                </a:solidFill>
                <a:latin typeface="Nimbus Sans"/>
                <a:ea typeface="Nimbus Sans"/>
                <a:cs typeface="Nimbus Sans"/>
              </a:defRPr>
            </a:lvl1pPr>
            <a:lvl2pPr>
              <a:buNone/>
              <a:defRPr sz="1650" b="1">
                <a:solidFill>
                  <a:srgbClr val="52677A"/>
                </a:solidFill>
                <a:latin typeface="Nimbus Sans"/>
                <a:ea typeface="Nimbus Sans"/>
                <a:cs typeface="Nimbus Sans"/>
              </a:defRPr>
            </a:lvl2pPr>
            <a:lvl3pPr>
              <a:buNone/>
              <a:defRPr sz="1650" b="1">
                <a:solidFill>
                  <a:srgbClr val="52677A"/>
                </a:solidFill>
                <a:latin typeface="Nimbus Sans"/>
                <a:ea typeface="Nimbus Sans"/>
                <a:cs typeface="Nimbus Sans"/>
              </a:defRPr>
            </a:lvl3pPr>
            <a:lvl4pPr>
              <a:buNone/>
              <a:defRPr sz="1650" b="1">
                <a:solidFill>
                  <a:srgbClr val="52677A"/>
                </a:solidFill>
                <a:latin typeface="Nimbus Sans"/>
                <a:ea typeface="Nimbus Sans"/>
                <a:cs typeface="Nimbus Sans"/>
              </a:defRPr>
            </a:lvl4pPr>
            <a:lvl5pPr>
              <a:buNone/>
              <a:defRPr sz="1650" b="1">
                <a:solidFill>
                  <a:srgbClr val="52677A"/>
                </a:solidFill>
                <a:latin typeface="Nimbus Sans"/>
                <a:ea typeface="Nimbus Sans"/>
                <a:cs typeface="Nimbus Sans"/>
              </a:defRPr>
            </a:lvl5pPr>
            <a:lvl6pPr>
              <a:buNone/>
              <a:defRPr sz="1650" b="1">
                <a:solidFill>
                  <a:srgbClr val="52677A"/>
                </a:solidFill>
                <a:latin typeface="Nimbus Sans"/>
                <a:ea typeface="Nimbus Sans"/>
                <a:cs typeface="Nimbus Sans"/>
              </a:defRPr>
            </a:lvl6pPr>
            <a:lvl7pPr>
              <a:buNone/>
              <a:defRPr sz="1650" b="1">
                <a:solidFill>
                  <a:srgbClr val="52677A"/>
                </a:solidFill>
                <a:latin typeface="Nimbus Sans"/>
                <a:ea typeface="Nimbus Sans"/>
                <a:cs typeface="Nimbus Sans"/>
              </a:defRPr>
            </a:lvl7pPr>
            <a:lvl8pPr>
              <a:buNone/>
              <a:defRPr sz="1650" b="1">
                <a:solidFill>
                  <a:srgbClr val="52677A"/>
                </a:solidFill>
                <a:latin typeface="Nimbus Sans"/>
                <a:ea typeface="Nimbus Sans"/>
                <a:cs typeface="Nimbus Sans"/>
              </a:defRPr>
            </a:lvl8pPr>
            <a:lvl9pPr>
              <a:buNone/>
              <a:defRPr sz="1650" b="1">
                <a:solidFill>
                  <a:srgbClr val="52677A"/>
                </a:solidFill>
                <a:latin typeface="Nimbus Sans"/>
                <a:ea typeface="Nimbus Sans"/>
                <a:cs typeface="Nimbus Sans"/>
              </a:defRPr>
            </a:lvl9pPr>
          </a:lstStyle>
          <a:p xmlns:a="http://schemas.openxmlformats.org/drawingml/2006/main">
            <a:pPr>
              <a:buNone/>
              <a:defRPr sz="1650" b="1">
                <a:solidFill>
                  <a:srgbClr val="52677A"/>
                </a:solidFill>
                <a:latin typeface="Nimbus Sans"/>
                <a:ea typeface="Nimbus Sans"/>
                <a:cs typeface="Nimbus Sans"/>
              </a:defRPr>
            </a:pPr>
            <a:r>
              <a:rPr sz="1650" b="1">
                <a:solidFill>
                  <a:srgbClr val="52677A"/>
                </a:solidFill>
                <a:latin typeface="Nimbus Sans"/>
                <a:ea typeface="Nimbus Sans"/>
                <a:cs typeface="Nimbus Sans"/>
              </a:rPr>
              <a:t>HIGHER INTEREST</a:t>
            </a:r>
          </a:p>
        </p:txBody>
      </p:sp>
      <p:sp>
        <p:nvSpPr>
          <p:cNvPr id="16" name="text-15">
            <a:extLst xmlns:a="http://schemas.openxmlformats.org/drawingml/2006/main">
              <a:ext uri="{FF2B5EF4-FFF2-40B4-BE49-F238E27FC236}">
                <a16:creationId xmlns:a16="http://schemas.microsoft.com/office/drawing/2014/main" id="{ED3C231D-89FF-4891-A33E-085A7C34F6F0}"/>
              </a:ext>
            </a:extLst>
          </p:cNvPr>
          <p:cNvSpPr>
            <a:spLocks xmlns:a="http://schemas.openxmlformats.org/drawingml/2006/main" noGrp="1"/>
          </p:cNvSpPr>
          <p:nvPr/>
        </p:nvSpPr>
        <p:spPr>
          <a:xfrm xmlns:a="http://schemas.openxmlformats.org/drawingml/2006/main">
            <a:off x="2019300" y="2409825"/>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73B5E"/>
                </a:solidFill>
                <a:latin typeface="Nimbus Sans"/>
                <a:ea typeface="Nimbus Sans"/>
                <a:cs typeface="Nimbus Sans"/>
              </a:defRPr>
            </a:defPPr>
            <a:lvl1pPr>
              <a:buNone/>
              <a:defRPr sz="2250" b="1">
                <a:solidFill>
                  <a:srgbClr val="173B5E"/>
                </a:solidFill>
                <a:latin typeface="Nimbus Sans"/>
                <a:ea typeface="Nimbus Sans"/>
                <a:cs typeface="Nimbus Sans"/>
              </a:defRPr>
            </a:lvl1pPr>
            <a:lvl2pPr>
              <a:buNone/>
              <a:defRPr sz="2250" b="1">
                <a:solidFill>
                  <a:srgbClr val="173B5E"/>
                </a:solidFill>
                <a:latin typeface="Nimbus Sans"/>
                <a:ea typeface="Nimbus Sans"/>
                <a:cs typeface="Nimbus Sans"/>
              </a:defRPr>
            </a:lvl2pPr>
            <a:lvl3pPr>
              <a:buNone/>
              <a:defRPr sz="2250" b="1">
                <a:solidFill>
                  <a:srgbClr val="173B5E"/>
                </a:solidFill>
                <a:latin typeface="Nimbus Sans"/>
                <a:ea typeface="Nimbus Sans"/>
                <a:cs typeface="Nimbus Sans"/>
              </a:defRPr>
            </a:lvl3pPr>
            <a:lvl4pPr>
              <a:buNone/>
              <a:defRPr sz="2250" b="1">
                <a:solidFill>
                  <a:srgbClr val="173B5E"/>
                </a:solidFill>
                <a:latin typeface="Nimbus Sans"/>
                <a:ea typeface="Nimbus Sans"/>
                <a:cs typeface="Nimbus Sans"/>
              </a:defRPr>
            </a:lvl4pPr>
            <a:lvl5pPr>
              <a:buNone/>
              <a:defRPr sz="2250" b="1">
                <a:solidFill>
                  <a:srgbClr val="173B5E"/>
                </a:solidFill>
                <a:latin typeface="Nimbus Sans"/>
                <a:ea typeface="Nimbus Sans"/>
                <a:cs typeface="Nimbus Sans"/>
              </a:defRPr>
            </a:lvl5pPr>
            <a:lvl6pPr>
              <a:buNone/>
              <a:defRPr sz="2250" b="1">
                <a:solidFill>
                  <a:srgbClr val="173B5E"/>
                </a:solidFill>
                <a:latin typeface="Nimbus Sans"/>
                <a:ea typeface="Nimbus Sans"/>
                <a:cs typeface="Nimbus Sans"/>
              </a:defRPr>
            </a:lvl6pPr>
            <a:lvl7pPr>
              <a:buNone/>
              <a:defRPr sz="2250" b="1">
                <a:solidFill>
                  <a:srgbClr val="173B5E"/>
                </a:solidFill>
                <a:latin typeface="Nimbus Sans"/>
                <a:ea typeface="Nimbus Sans"/>
                <a:cs typeface="Nimbus Sans"/>
              </a:defRPr>
            </a:lvl7pPr>
            <a:lvl8pPr>
              <a:buNone/>
              <a:defRPr sz="2250" b="1">
                <a:solidFill>
                  <a:srgbClr val="173B5E"/>
                </a:solidFill>
                <a:latin typeface="Nimbus Sans"/>
                <a:ea typeface="Nimbus Sans"/>
                <a:cs typeface="Nimbus Sans"/>
              </a:defRPr>
            </a:lvl8pPr>
            <a:lvl9pPr>
              <a:buNone/>
              <a:defRPr sz="2250" b="1">
                <a:solidFill>
                  <a:srgbClr val="173B5E"/>
                </a:solidFill>
                <a:latin typeface="Nimbus Sans"/>
                <a:ea typeface="Nimbus Sans"/>
                <a:cs typeface="Nimbus Sans"/>
              </a:defRPr>
            </a:lvl9pPr>
          </a:lstStyle>
          <a:p xmlns:a="http://schemas.openxmlformats.org/drawingml/2006/main">
            <a:pPr>
              <a:buNone/>
              <a:defRPr sz="2250" b="1">
                <a:solidFill>
                  <a:srgbClr val="173B5E"/>
                </a:solidFill>
                <a:latin typeface="Nimbus Sans"/>
                <a:ea typeface="Nimbus Sans"/>
                <a:cs typeface="Nimbus Sans"/>
              </a:defRPr>
            </a:pPr>
            <a:r>
              <a:rPr sz="2250" b="1">
                <a:solidFill>
                  <a:srgbClr val="173B5E"/>
                </a:solidFill>
                <a:latin typeface="Nimbus Sans"/>
                <a:ea typeface="Nimbus Sans"/>
                <a:cs typeface="Nimbus Sans"/>
              </a:rPr>
              <a:t>Keep satisfied</a:t>
            </a:r>
          </a:p>
        </p:txBody>
      </p:sp>
      <p:sp>
        <p:nvSpPr>
          <p:cNvPr id="17" name="text-16">
            <a:extLst xmlns:a="http://schemas.openxmlformats.org/drawingml/2006/main">
              <a:ext uri="{FF2B5EF4-FFF2-40B4-BE49-F238E27FC236}">
                <a16:creationId xmlns:a16="http://schemas.microsoft.com/office/drawing/2014/main" id="{DFD86161-3F21-49B6-A9DD-4ECE1A4EC1E3}"/>
              </a:ext>
            </a:extLst>
          </p:cNvPr>
          <p:cNvSpPr>
            <a:spLocks xmlns:a="http://schemas.openxmlformats.org/drawingml/2006/main" noGrp="1"/>
          </p:cNvSpPr>
          <p:nvPr/>
        </p:nvSpPr>
        <p:spPr>
          <a:xfrm xmlns:a="http://schemas.openxmlformats.org/drawingml/2006/main">
            <a:off x="8572500" y="2409825"/>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73B5E"/>
                </a:solidFill>
                <a:latin typeface="Nimbus Sans"/>
                <a:ea typeface="Nimbus Sans"/>
                <a:cs typeface="Nimbus Sans"/>
              </a:defRPr>
            </a:defPPr>
            <a:lvl1pPr>
              <a:buNone/>
              <a:defRPr sz="2250" b="1">
                <a:solidFill>
                  <a:srgbClr val="173B5E"/>
                </a:solidFill>
                <a:latin typeface="Nimbus Sans"/>
                <a:ea typeface="Nimbus Sans"/>
                <a:cs typeface="Nimbus Sans"/>
              </a:defRPr>
            </a:lvl1pPr>
            <a:lvl2pPr>
              <a:buNone/>
              <a:defRPr sz="2250" b="1">
                <a:solidFill>
                  <a:srgbClr val="173B5E"/>
                </a:solidFill>
                <a:latin typeface="Nimbus Sans"/>
                <a:ea typeface="Nimbus Sans"/>
                <a:cs typeface="Nimbus Sans"/>
              </a:defRPr>
            </a:lvl2pPr>
            <a:lvl3pPr>
              <a:buNone/>
              <a:defRPr sz="2250" b="1">
                <a:solidFill>
                  <a:srgbClr val="173B5E"/>
                </a:solidFill>
                <a:latin typeface="Nimbus Sans"/>
                <a:ea typeface="Nimbus Sans"/>
                <a:cs typeface="Nimbus Sans"/>
              </a:defRPr>
            </a:lvl3pPr>
            <a:lvl4pPr>
              <a:buNone/>
              <a:defRPr sz="2250" b="1">
                <a:solidFill>
                  <a:srgbClr val="173B5E"/>
                </a:solidFill>
                <a:latin typeface="Nimbus Sans"/>
                <a:ea typeface="Nimbus Sans"/>
                <a:cs typeface="Nimbus Sans"/>
              </a:defRPr>
            </a:lvl4pPr>
            <a:lvl5pPr>
              <a:buNone/>
              <a:defRPr sz="2250" b="1">
                <a:solidFill>
                  <a:srgbClr val="173B5E"/>
                </a:solidFill>
                <a:latin typeface="Nimbus Sans"/>
                <a:ea typeface="Nimbus Sans"/>
                <a:cs typeface="Nimbus Sans"/>
              </a:defRPr>
            </a:lvl5pPr>
            <a:lvl6pPr>
              <a:buNone/>
              <a:defRPr sz="2250" b="1">
                <a:solidFill>
                  <a:srgbClr val="173B5E"/>
                </a:solidFill>
                <a:latin typeface="Nimbus Sans"/>
                <a:ea typeface="Nimbus Sans"/>
                <a:cs typeface="Nimbus Sans"/>
              </a:defRPr>
            </a:lvl6pPr>
            <a:lvl7pPr>
              <a:buNone/>
              <a:defRPr sz="2250" b="1">
                <a:solidFill>
                  <a:srgbClr val="173B5E"/>
                </a:solidFill>
                <a:latin typeface="Nimbus Sans"/>
                <a:ea typeface="Nimbus Sans"/>
                <a:cs typeface="Nimbus Sans"/>
              </a:defRPr>
            </a:lvl7pPr>
            <a:lvl8pPr>
              <a:buNone/>
              <a:defRPr sz="2250" b="1">
                <a:solidFill>
                  <a:srgbClr val="173B5E"/>
                </a:solidFill>
                <a:latin typeface="Nimbus Sans"/>
                <a:ea typeface="Nimbus Sans"/>
                <a:cs typeface="Nimbus Sans"/>
              </a:defRPr>
            </a:lvl8pPr>
            <a:lvl9pPr>
              <a:buNone/>
              <a:defRPr sz="2250" b="1">
                <a:solidFill>
                  <a:srgbClr val="173B5E"/>
                </a:solidFill>
                <a:latin typeface="Nimbus Sans"/>
                <a:ea typeface="Nimbus Sans"/>
                <a:cs typeface="Nimbus Sans"/>
              </a:defRPr>
            </a:lvl9pPr>
          </a:lstStyle>
          <a:p xmlns:a="http://schemas.openxmlformats.org/drawingml/2006/main">
            <a:pPr>
              <a:buNone/>
              <a:defRPr sz="2250" b="1">
                <a:solidFill>
                  <a:srgbClr val="173B5E"/>
                </a:solidFill>
                <a:latin typeface="Nimbus Sans"/>
                <a:ea typeface="Nimbus Sans"/>
                <a:cs typeface="Nimbus Sans"/>
              </a:defRPr>
            </a:pPr>
            <a:r>
              <a:rPr sz="2250" b="1">
                <a:solidFill>
                  <a:srgbClr val="173B5E"/>
                </a:solidFill>
                <a:latin typeface="Nimbus Sans"/>
                <a:ea typeface="Nimbus Sans"/>
                <a:cs typeface="Nimbus Sans"/>
              </a:rPr>
              <a:t>Manage closely</a:t>
            </a:r>
          </a:p>
        </p:txBody>
      </p:sp>
      <p:pic>
        <p:nvPicPr>
          <p:cNvPr id="18" name="">
            <a:extLst xmlns:a="http://schemas.openxmlformats.org/drawingml/2006/main">
              <a:ext uri="{FF2B5EF4-FFF2-40B4-BE49-F238E27FC236}">
                <a16:creationId xmlns:a16="http://schemas.microsoft.com/office/drawing/2014/main" id="{F9351171-1557-4BB8-903C-4922AF7C12E0}"/>
              </a:ext>
            </a:extLst>
          </p:cNvPr>
          <p:cNvPicPr>
            <a:picLocks xmlns:a="http://schemas.openxmlformats.org/drawingml/2006/main" noChangeAspect="1"/>
          </p:cNvPicPr>
          <p:nvPr/>
        </p:nvPicPr>
        <p:blipFill>
          <a:blip xmlns:r="http://schemas.openxmlformats.org/officeDocument/2006/relationships" xmlns:a="http://schemas.openxmlformats.org/drawingml/2006/main" r:embed="R0e86b4d04df94fc4">
            <a:extLst>
              <a:ext uri="{96DAC541-7B7A-43D3-8B79-37D633B846F1}">
                <asvg:svgBlip xmlns:asvg="http://schemas.microsoft.com/office/drawing/2016/SVG/main" r:embed="Re9605d7f5ae749e3"/>
              </a:ext>
            </a:extLst>
          </a:blip>
          <a:stretch xmlns:a="http://schemas.openxmlformats.org/drawingml/2006/main"/>
        </p:blipFill>
        <p:spPr>
          <a:xfrm xmlns:a="http://schemas.openxmlformats.org/drawingml/2006/main">
            <a:off x="2095500" y="3067050"/>
            <a:ext cx="571500" cy="571500"/>
          </a:xfrm>
          <a:prstGeom xmlns:a="http://schemas.openxmlformats.org/drawingml/2006/main" prst="rect">
            <a:avLst/>
          </a:prstGeom>
        </p:spPr>
      </p:pic>
      <p:sp>
        <p:nvSpPr>
          <p:cNvPr id="19" name="text-17">
            <a:extLst xmlns:a="http://schemas.openxmlformats.org/drawingml/2006/main">
              <a:ext uri="{FF2B5EF4-FFF2-40B4-BE49-F238E27FC236}">
                <a16:creationId xmlns:a16="http://schemas.microsoft.com/office/drawing/2014/main" id="{4256E57F-3F87-4BB9-A6F8-6E0020A7B992}"/>
              </a:ext>
            </a:extLst>
          </p:cNvPr>
          <p:cNvSpPr>
            <a:spLocks xmlns:a="http://schemas.openxmlformats.org/drawingml/2006/main" noGrp="1"/>
          </p:cNvSpPr>
          <p:nvPr/>
        </p:nvSpPr>
        <p:spPr>
          <a:xfrm xmlns:a="http://schemas.openxmlformats.org/drawingml/2006/main">
            <a:off x="2905125" y="3057525"/>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3B5E"/>
                </a:solidFill>
                <a:latin typeface="Nimbus Sans"/>
                <a:ea typeface="Nimbus Sans"/>
                <a:cs typeface="Nimbus Sans"/>
              </a:defRPr>
            </a:defPPr>
            <a:lvl1pPr>
              <a:buNone/>
              <a:defRPr sz="2175" b="1">
                <a:solidFill>
                  <a:srgbClr val="173B5E"/>
                </a:solidFill>
                <a:latin typeface="Nimbus Sans"/>
                <a:ea typeface="Nimbus Sans"/>
                <a:cs typeface="Nimbus Sans"/>
              </a:defRPr>
            </a:lvl1pPr>
            <a:lvl2pPr>
              <a:buNone/>
              <a:defRPr sz="2175" b="1">
                <a:solidFill>
                  <a:srgbClr val="173B5E"/>
                </a:solidFill>
                <a:latin typeface="Nimbus Sans"/>
                <a:ea typeface="Nimbus Sans"/>
                <a:cs typeface="Nimbus Sans"/>
              </a:defRPr>
            </a:lvl2pPr>
            <a:lvl3pPr>
              <a:buNone/>
              <a:defRPr sz="2175" b="1">
                <a:solidFill>
                  <a:srgbClr val="173B5E"/>
                </a:solidFill>
                <a:latin typeface="Nimbus Sans"/>
                <a:ea typeface="Nimbus Sans"/>
                <a:cs typeface="Nimbus Sans"/>
              </a:defRPr>
            </a:lvl3pPr>
            <a:lvl4pPr>
              <a:buNone/>
              <a:defRPr sz="2175" b="1">
                <a:solidFill>
                  <a:srgbClr val="173B5E"/>
                </a:solidFill>
                <a:latin typeface="Nimbus Sans"/>
                <a:ea typeface="Nimbus Sans"/>
                <a:cs typeface="Nimbus Sans"/>
              </a:defRPr>
            </a:lvl4pPr>
            <a:lvl5pPr>
              <a:buNone/>
              <a:defRPr sz="2175" b="1">
                <a:solidFill>
                  <a:srgbClr val="173B5E"/>
                </a:solidFill>
                <a:latin typeface="Nimbus Sans"/>
                <a:ea typeface="Nimbus Sans"/>
                <a:cs typeface="Nimbus Sans"/>
              </a:defRPr>
            </a:lvl5pPr>
            <a:lvl6pPr>
              <a:buNone/>
              <a:defRPr sz="2175" b="1">
                <a:solidFill>
                  <a:srgbClr val="173B5E"/>
                </a:solidFill>
                <a:latin typeface="Nimbus Sans"/>
                <a:ea typeface="Nimbus Sans"/>
                <a:cs typeface="Nimbus Sans"/>
              </a:defRPr>
            </a:lvl6pPr>
            <a:lvl7pPr>
              <a:buNone/>
              <a:defRPr sz="2175" b="1">
                <a:solidFill>
                  <a:srgbClr val="173B5E"/>
                </a:solidFill>
                <a:latin typeface="Nimbus Sans"/>
                <a:ea typeface="Nimbus Sans"/>
                <a:cs typeface="Nimbus Sans"/>
              </a:defRPr>
            </a:lvl7pPr>
            <a:lvl8pPr>
              <a:buNone/>
              <a:defRPr sz="2175" b="1">
                <a:solidFill>
                  <a:srgbClr val="173B5E"/>
                </a:solidFill>
                <a:latin typeface="Nimbus Sans"/>
                <a:ea typeface="Nimbus Sans"/>
                <a:cs typeface="Nimbus Sans"/>
              </a:defRPr>
            </a:lvl8pPr>
            <a:lvl9pPr>
              <a:buNone/>
              <a:defRPr sz="2175" b="1">
                <a:solidFill>
                  <a:srgbClr val="173B5E"/>
                </a:solidFill>
                <a:latin typeface="Nimbus Sans"/>
                <a:ea typeface="Nimbus Sans"/>
                <a:cs typeface="Nimbus Sans"/>
              </a:defRPr>
            </a:lvl9pPr>
          </a:lstStyle>
          <a:p xmlns:a="http://schemas.openxmlformats.org/drawingml/2006/main">
            <a:pPr>
              <a:buNone/>
              <a:defRPr sz="2175" b="1">
                <a:solidFill>
                  <a:srgbClr val="173B5E"/>
                </a:solidFill>
                <a:latin typeface="Nimbus Sans"/>
                <a:ea typeface="Nimbus Sans"/>
                <a:cs typeface="Nimbus Sans"/>
              </a:defRPr>
            </a:pPr>
            <a:r>
              <a:rPr sz="2175" b="1">
                <a:solidFill>
                  <a:srgbClr val="173B5E"/>
                </a:solidFill>
                <a:latin typeface="Nimbus Sans"/>
                <a:ea typeface="Nimbus Sans"/>
                <a:cs typeface="Nimbus Sans"/>
              </a:rPr>
              <a:t>IT / procurement / risk</a:t>
            </a:r>
          </a:p>
        </p:txBody>
      </p:sp>
      <p:sp>
        <p:nvSpPr>
          <p:cNvPr id="20" name="text-18">
            <a:extLst xmlns:a="http://schemas.openxmlformats.org/drawingml/2006/main">
              <a:ext uri="{FF2B5EF4-FFF2-40B4-BE49-F238E27FC236}">
                <a16:creationId xmlns:a16="http://schemas.microsoft.com/office/drawing/2014/main" id="{B92AD858-A3E0-4B37-9D43-A38022D501F4}"/>
              </a:ext>
            </a:extLst>
          </p:cNvPr>
          <p:cNvSpPr>
            <a:spLocks xmlns:a="http://schemas.openxmlformats.org/drawingml/2006/main" noGrp="1"/>
          </p:cNvSpPr>
          <p:nvPr/>
        </p:nvSpPr>
        <p:spPr>
          <a:xfrm xmlns:a="http://schemas.openxmlformats.org/drawingml/2006/main">
            <a:off x="2905125" y="3476625"/>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2677A"/>
                </a:solidFill>
                <a:latin typeface="Nimbus Sans"/>
                <a:ea typeface="Nimbus Sans"/>
                <a:cs typeface="Nimbus Sans"/>
              </a:defRPr>
            </a:defPPr>
            <a:lvl1pPr>
              <a:buNone/>
              <a:defRPr sz="1950" b="0">
                <a:solidFill>
                  <a:srgbClr val="52677A"/>
                </a:solidFill>
                <a:latin typeface="Nimbus Sans"/>
                <a:ea typeface="Nimbus Sans"/>
                <a:cs typeface="Nimbus Sans"/>
              </a:defRPr>
            </a:lvl1pPr>
            <a:lvl2pPr>
              <a:buNone/>
              <a:defRPr sz="1950" b="0">
                <a:solidFill>
                  <a:srgbClr val="52677A"/>
                </a:solidFill>
                <a:latin typeface="Nimbus Sans"/>
                <a:ea typeface="Nimbus Sans"/>
                <a:cs typeface="Nimbus Sans"/>
              </a:defRPr>
            </a:lvl2pPr>
            <a:lvl3pPr>
              <a:buNone/>
              <a:defRPr sz="1950" b="0">
                <a:solidFill>
                  <a:srgbClr val="52677A"/>
                </a:solidFill>
                <a:latin typeface="Nimbus Sans"/>
                <a:ea typeface="Nimbus Sans"/>
                <a:cs typeface="Nimbus Sans"/>
              </a:defRPr>
            </a:lvl3pPr>
            <a:lvl4pPr>
              <a:buNone/>
              <a:defRPr sz="1950" b="0">
                <a:solidFill>
                  <a:srgbClr val="52677A"/>
                </a:solidFill>
                <a:latin typeface="Nimbus Sans"/>
                <a:ea typeface="Nimbus Sans"/>
                <a:cs typeface="Nimbus Sans"/>
              </a:defRPr>
            </a:lvl4pPr>
            <a:lvl5pPr>
              <a:buNone/>
              <a:defRPr sz="1950" b="0">
                <a:solidFill>
                  <a:srgbClr val="52677A"/>
                </a:solidFill>
                <a:latin typeface="Nimbus Sans"/>
                <a:ea typeface="Nimbus Sans"/>
                <a:cs typeface="Nimbus Sans"/>
              </a:defRPr>
            </a:lvl5pPr>
            <a:lvl6pPr>
              <a:buNone/>
              <a:defRPr sz="1950" b="0">
                <a:solidFill>
                  <a:srgbClr val="52677A"/>
                </a:solidFill>
                <a:latin typeface="Nimbus Sans"/>
                <a:ea typeface="Nimbus Sans"/>
                <a:cs typeface="Nimbus Sans"/>
              </a:defRPr>
            </a:lvl6pPr>
            <a:lvl7pPr>
              <a:buNone/>
              <a:defRPr sz="1950" b="0">
                <a:solidFill>
                  <a:srgbClr val="52677A"/>
                </a:solidFill>
                <a:latin typeface="Nimbus Sans"/>
                <a:ea typeface="Nimbus Sans"/>
                <a:cs typeface="Nimbus Sans"/>
              </a:defRPr>
            </a:lvl7pPr>
            <a:lvl8pPr>
              <a:buNone/>
              <a:defRPr sz="1950" b="0">
                <a:solidFill>
                  <a:srgbClr val="52677A"/>
                </a:solidFill>
                <a:latin typeface="Nimbus Sans"/>
                <a:ea typeface="Nimbus Sans"/>
                <a:cs typeface="Nimbus Sans"/>
              </a:defRPr>
            </a:lvl8pPr>
            <a:lvl9pPr>
              <a:buNone/>
              <a:defRPr sz="1950" b="0">
                <a:solidFill>
                  <a:srgbClr val="52677A"/>
                </a:solidFill>
                <a:latin typeface="Nimbus Sans"/>
                <a:ea typeface="Nimbus Sans"/>
                <a:cs typeface="Nimbus Sans"/>
              </a:defRPr>
            </a:lvl9pPr>
          </a:lstStyle>
          <a:p xmlns:a="http://schemas.openxmlformats.org/drawingml/2006/main">
            <a:pPr>
              <a:buNone/>
              <a:defRPr sz="1950" b="0">
                <a:solidFill>
                  <a:srgbClr val="52677A"/>
                </a:solidFill>
                <a:latin typeface="Nimbus Sans"/>
                <a:ea typeface="Nimbus Sans"/>
                <a:cs typeface="Nimbus Sans"/>
              </a:defRPr>
            </a:pPr>
            <a:r>
              <a:rPr sz="1950" b="0">
                <a:solidFill>
                  <a:srgbClr val="52677A"/>
                </a:solidFill>
                <a:latin typeface="Nimbus Sans"/>
                <a:ea typeface="Nimbus Sans"/>
                <a:cs typeface="Nimbus Sans"/>
              </a:rPr>
              <a:t>Approval conditions</a:t>
            </a:r>
          </a:p>
        </p:txBody>
      </p:sp>
      <p:sp>
        <p:nvSpPr>
          <p:cNvPr id="21" name="text-19">
            <a:extLst xmlns:a="http://schemas.openxmlformats.org/drawingml/2006/main">
              <a:ext uri="{FF2B5EF4-FFF2-40B4-BE49-F238E27FC236}">
                <a16:creationId xmlns:a16="http://schemas.microsoft.com/office/drawing/2014/main" id="{A2D4EA90-9059-41AD-BCC4-C6EDA9DFB3F6}"/>
              </a:ext>
            </a:extLst>
          </p:cNvPr>
          <p:cNvSpPr>
            <a:spLocks xmlns:a="http://schemas.openxmlformats.org/drawingml/2006/main" noGrp="1"/>
          </p:cNvSpPr>
          <p:nvPr/>
        </p:nvSpPr>
        <p:spPr>
          <a:xfrm xmlns:a="http://schemas.openxmlformats.org/drawingml/2006/main">
            <a:off x="2095500" y="4048125"/>
            <a:ext cx="571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77A"/>
                </a:solidFill>
                <a:latin typeface="Nimbus Sans"/>
                <a:ea typeface="Nimbus Sans"/>
                <a:cs typeface="Nimbus Sans"/>
              </a:defRPr>
            </a:defPPr>
            <a:lvl1pPr>
              <a:buNone/>
              <a:defRPr sz="1725" b="0">
                <a:solidFill>
                  <a:srgbClr val="52677A"/>
                </a:solidFill>
                <a:latin typeface="Nimbus Sans"/>
                <a:ea typeface="Nimbus Sans"/>
                <a:cs typeface="Nimbus Sans"/>
              </a:defRPr>
            </a:lvl1pPr>
            <a:lvl2pPr>
              <a:buNone/>
              <a:defRPr sz="1725" b="0">
                <a:solidFill>
                  <a:srgbClr val="52677A"/>
                </a:solidFill>
                <a:latin typeface="Nimbus Sans"/>
                <a:ea typeface="Nimbus Sans"/>
                <a:cs typeface="Nimbus Sans"/>
              </a:defRPr>
            </a:lvl2pPr>
            <a:lvl3pPr>
              <a:buNone/>
              <a:defRPr sz="1725" b="0">
                <a:solidFill>
                  <a:srgbClr val="52677A"/>
                </a:solidFill>
                <a:latin typeface="Nimbus Sans"/>
                <a:ea typeface="Nimbus Sans"/>
                <a:cs typeface="Nimbus Sans"/>
              </a:defRPr>
            </a:lvl3pPr>
            <a:lvl4pPr>
              <a:buNone/>
              <a:defRPr sz="1725" b="0">
                <a:solidFill>
                  <a:srgbClr val="52677A"/>
                </a:solidFill>
                <a:latin typeface="Nimbus Sans"/>
                <a:ea typeface="Nimbus Sans"/>
                <a:cs typeface="Nimbus Sans"/>
              </a:defRPr>
            </a:lvl4pPr>
            <a:lvl5pPr>
              <a:buNone/>
              <a:defRPr sz="1725" b="0">
                <a:solidFill>
                  <a:srgbClr val="52677A"/>
                </a:solidFill>
                <a:latin typeface="Nimbus Sans"/>
                <a:ea typeface="Nimbus Sans"/>
                <a:cs typeface="Nimbus Sans"/>
              </a:defRPr>
            </a:lvl5pPr>
            <a:lvl6pPr>
              <a:buNone/>
              <a:defRPr sz="1725" b="0">
                <a:solidFill>
                  <a:srgbClr val="52677A"/>
                </a:solidFill>
                <a:latin typeface="Nimbus Sans"/>
                <a:ea typeface="Nimbus Sans"/>
                <a:cs typeface="Nimbus Sans"/>
              </a:defRPr>
            </a:lvl6pPr>
            <a:lvl7pPr>
              <a:buNone/>
              <a:defRPr sz="1725" b="0">
                <a:solidFill>
                  <a:srgbClr val="52677A"/>
                </a:solidFill>
                <a:latin typeface="Nimbus Sans"/>
                <a:ea typeface="Nimbus Sans"/>
                <a:cs typeface="Nimbus Sans"/>
              </a:defRPr>
            </a:lvl7pPr>
            <a:lvl8pPr>
              <a:buNone/>
              <a:defRPr sz="1725" b="0">
                <a:solidFill>
                  <a:srgbClr val="52677A"/>
                </a:solidFill>
                <a:latin typeface="Nimbus Sans"/>
                <a:ea typeface="Nimbus Sans"/>
                <a:cs typeface="Nimbus Sans"/>
              </a:defRPr>
            </a:lvl8pPr>
            <a:lvl9pPr>
              <a:buNone/>
              <a:defRPr sz="1725" b="0">
                <a:solidFill>
                  <a:srgbClr val="52677A"/>
                </a:solidFill>
                <a:latin typeface="Nimbus Sans"/>
                <a:ea typeface="Nimbus Sans"/>
                <a:cs typeface="Nimbus Sans"/>
              </a:defRPr>
            </a:lvl9pPr>
          </a:lstStyle>
          <a:p xmlns:a="http://schemas.openxmlformats.org/drawingml/2006/main">
            <a:pPr>
              <a:buNone/>
              <a:defRPr sz="1725" b="0">
                <a:solidFill>
                  <a:srgbClr val="52677A"/>
                </a:solidFill>
                <a:latin typeface="Nimbus Sans"/>
                <a:ea typeface="Nimbus Sans"/>
                <a:cs typeface="Nimbus Sans"/>
              </a:defRPr>
            </a:pPr>
            <a:r>
              <a:rPr sz="1725" b="0">
                <a:solidFill>
                  <a:srgbClr val="52677A"/>
                </a:solidFill>
                <a:latin typeface="Nimbus Sans"/>
                <a:ea typeface="Nimbus Sans"/>
                <a:cs typeface="Nimbus Sans"/>
              </a:rPr>
              <a:t>Site / permit gatekeepers, where applicable</a:t>
            </a:r>
          </a:p>
        </p:txBody>
      </p:sp>
      <p:pic>
        <p:nvPicPr>
          <p:cNvPr id="22" name="">
            <a:extLst xmlns:a="http://schemas.openxmlformats.org/drawingml/2006/main">
              <a:ext uri="{FF2B5EF4-FFF2-40B4-BE49-F238E27FC236}">
                <a16:creationId xmlns:a16="http://schemas.microsoft.com/office/drawing/2014/main" id="{E9257208-E593-4E77-906F-A3C779E0FCD0}"/>
              </a:ext>
            </a:extLst>
          </p:cNvPr>
          <p:cNvPicPr>
            <a:picLocks xmlns:a="http://schemas.openxmlformats.org/drawingml/2006/main" noChangeAspect="1"/>
          </p:cNvPicPr>
          <p:nvPr/>
        </p:nvPicPr>
        <p:blipFill>
          <a:blip xmlns:r="http://schemas.openxmlformats.org/officeDocument/2006/relationships" xmlns:a="http://schemas.openxmlformats.org/drawingml/2006/main" r:embed="R75458fbc8e9c47cb">
            <a:extLst>
              <a:ext uri="{96DAC541-7B7A-43D3-8B79-37D633B846F1}">
                <asvg:svgBlip xmlns:asvg="http://schemas.microsoft.com/office/drawing/2016/SVG/main" r:embed="Rd53c470b9154486d"/>
              </a:ext>
            </a:extLst>
          </a:blip>
          <a:stretch xmlns:a="http://schemas.openxmlformats.org/drawingml/2006/main"/>
        </p:blipFill>
        <p:spPr>
          <a:xfrm xmlns:a="http://schemas.openxmlformats.org/drawingml/2006/main">
            <a:off x="8629650" y="2943225"/>
            <a:ext cx="390525" cy="390525"/>
          </a:xfrm>
          <a:prstGeom xmlns:a="http://schemas.openxmlformats.org/drawingml/2006/main" prst="rect">
            <a:avLst/>
          </a:prstGeom>
        </p:spPr>
      </p:pic>
      <p:sp>
        <p:nvSpPr>
          <p:cNvPr id="23" name="text-20">
            <a:extLst xmlns:a="http://schemas.openxmlformats.org/drawingml/2006/main">
              <a:ext uri="{FF2B5EF4-FFF2-40B4-BE49-F238E27FC236}">
                <a16:creationId xmlns:a16="http://schemas.microsoft.com/office/drawing/2014/main" id="{68BDDAFC-356F-4AD7-BDF5-F0CAE759A38E}"/>
              </a:ext>
            </a:extLst>
          </p:cNvPr>
          <p:cNvSpPr>
            <a:spLocks xmlns:a="http://schemas.openxmlformats.org/drawingml/2006/main" noGrp="1"/>
          </p:cNvSpPr>
          <p:nvPr/>
        </p:nvSpPr>
        <p:spPr>
          <a:xfrm xmlns:a="http://schemas.openxmlformats.org/drawingml/2006/main">
            <a:off x="9201150" y="293370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73B5E"/>
                </a:solidFill>
                <a:latin typeface="Nimbus Sans"/>
                <a:ea typeface="Nimbus Sans"/>
                <a:cs typeface="Nimbus Sans"/>
              </a:defRPr>
            </a:defPPr>
            <a:lvl1pPr>
              <a:buNone/>
              <a:defRPr sz="2025" b="1">
                <a:solidFill>
                  <a:srgbClr val="173B5E"/>
                </a:solidFill>
                <a:latin typeface="Nimbus Sans"/>
                <a:ea typeface="Nimbus Sans"/>
                <a:cs typeface="Nimbus Sans"/>
              </a:defRPr>
            </a:lvl1pPr>
            <a:lvl2pPr>
              <a:buNone/>
              <a:defRPr sz="2025" b="1">
                <a:solidFill>
                  <a:srgbClr val="173B5E"/>
                </a:solidFill>
                <a:latin typeface="Nimbus Sans"/>
                <a:ea typeface="Nimbus Sans"/>
                <a:cs typeface="Nimbus Sans"/>
              </a:defRPr>
            </a:lvl2pPr>
            <a:lvl3pPr>
              <a:buNone/>
              <a:defRPr sz="2025" b="1">
                <a:solidFill>
                  <a:srgbClr val="173B5E"/>
                </a:solidFill>
                <a:latin typeface="Nimbus Sans"/>
                <a:ea typeface="Nimbus Sans"/>
                <a:cs typeface="Nimbus Sans"/>
              </a:defRPr>
            </a:lvl3pPr>
            <a:lvl4pPr>
              <a:buNone/>
              <a:defRPr sz="2025" b="1">
                <a:solidFill>
                  <a:srgbClr val="173B5E"/>
                </a:solidFill>
                <a:latin typeface="Nimbus Sans"/>
                <a:ea typeface="Nimbus Sans"/>
                <a:cs typeface="Nimbus Sans"/>
              </a:defRPr>
            </a:lvl4pPr>
            <a:lvl5pPr>
              <a:buNone/>
              <a:defRPr sz="2025" b="1">
                <a:solidFill>
                  <a:srgbClr val="173B5E"/>
                </a:solidFill>
                <a:latin typeface="Nimbus Sans"/>
                <a:ea typeface="Nimbus Sans"/>
                <a:cs typeface="Nimbus Sans"/>
              </a:defRPr>
            </a:lvl5pPr>
            <a:lvl6pPr>
              <a:buNone/>
              <a:defRPr sz="2025" b="1">
                <a:solidFill>
                  <a:srgbClr val="173B5E"/>
                </a:solidFill>
                <a:latin typeface="Nimbus Sans"/>
                <a:ea typeface="Nimbus Sans"/>
                <a:cs typeface="Nimbus Sans"/>
              </a:defRPr>
            </a:lvl6pPr>
            <a:lvl7pPr>
              <a:buNone/>
              <a:defRPr sz="2025" b="1">
                <a:solidFill>
                  <a:srgbClr val="173B5E"/>
                </a:solidFill>
                <a:latin typeface="Nimbus Sans"/>
                <a:ea typeface="Nimbus Sans"/>
                <a:cs typeface="Nimbus Sans"/>
              </a:defRPr>
            </a:lvl7pPr>
            <a:lvl8pPr>
              <a:buNone/>
              <a:defRPr sz="2025" b="1">
                <a:solidFill>
                  <a:srgbClr val="173B5E"/>
                </a:solidFill>
                <a:latin typeface="Nimbus Sans"/>
                <a:ea typeface="Nimbus Sans"/>
                <a:cs typeface="Nimbus Sans"/>
              </a:defRPr>
            </a:lvl8pPr>
            <a:lvl9pPr>
              <a:buNone/>
              <a:defRPr sz="2025" b="1">
                <a:solidFill>
                  <a:srgbClr val="173B5E"/>
                </a:solidFill>
                <a:latin typeface="Nimbus Sans"/>
                <a:ea typeface="Nimbus Sans"/>
                <a:cs typeface="Nimbus Sans"/>
              </a:defRPr>
            </a:lvl9pPr>
          </a:lstStyle>
          <a:p xmlns:a="http://schemas.openxmlformats.org/drawingml/2006/main">
            <a:pPr>
              <a:buNone/>
              <a:defRPr sz="2025" b="1">
                <a:solidFill>
                  <a:srgbClr val="173B5E"/>
                </a:solidFill>
                <a:latin typeface="Nimbus Sans"/>
                <a:ea typeface="Nimbus Sans"/>
                <a:cs typeface="Nimbus Sans"/>
              </a:defRPr>
            </a:pPr>
            <a:r>
              <a:rPr sz="2025" b="1">
                <a:solidFill>
                  <a:srgbClr val="173B5E"/>
                </a:solidFill>
                <a:latin typeface="Nimbus Sans"/>
                <a:ea typeface="Nimbus Sans"/>
                <a:cs typeface="Nimbus Sans"/>
              </a:rPr>
              <a:t>InGen leadership</a:t>
            </a:r>
          </a:p>
        </p:txBody>
      </p:sp>
      <p:sp>
        <p:nvSpPr>
          <p:cNvPr id="24" name="text-21">
            <a:extLst xmlns:a="http://schemas.openxmlformats.org/drawingml/2006/main">
              <a:ext uri="{FF2B5EF4-FFF2-40B4-BE49-F238E27FC236}">
                <a16:creationId xmlns:a16="http://schemas.microsoft.com/office/drawing/2014/main" id="{9FF21CAD-3FCB-463D-8B6A-34184E0135E6}"/>
              </a:ext>
            </a:extLst>
          </p:cNvPr>
          <p:cNvSpPr>
            <a:spLocks xmlns:a="http://schemas.openxmlformats.org/drawingml/2006/main" noGrp="1"/>
          </p:cNvSpPr>
          <p:nvPr/>
        </p:nvSpPr>
        <p:spPr>
          <a:xfrm xmlns:a="http://schemas.openxmlformats.org/drawingml/2006/main">
            <a:off x="9201150" y="3238500"/>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52677A"/>
                </a:solidFill>
                <a:latin typeface="Nimbus Sans"/>
                <a:ea typeface="Nimbus Sans"/>
                <a:cs typeface="Nimbus Sans"/>
              </a:defRPr>
            </a:defPPr>
            <a:lvl1pPr>
              <a:buNone/>
              <a:defRPr sz="1425" b="0">
                <a:solidFill>
                  <a:srgbClr val="52677A"/>
                </a:solidFill>
                <a:latin typeface="Nimbus Sans"/>
                <a:ea typeface="Nimbus Sans"/>
                <a:cs typeface="Nimbus Sans"/>
              </a:defRPr>
            </a:lvl1pPr>
            <a:lvl2pPr>
              <a:buNone/>
              <a:defRPr sz="1425" b="0">
                <a:solidFill>
                  <a:srgbClr val="52677A"/>
                </a:solidFill>
                <a:latin typeface="Nimbus Sans"/>
                <a:ea typeface="Nimbus Sans"/>
                <a:cs typeface="Nimbus Sans"/>
              </a:defRPr>
            </a:lvl2pPr>
            <a:lvl3pPr>
              <a:buNone/>
              <a:defRPr sz="1425" b="0">
                <a:solidFill>
                  <a:srgbClr val="52677A"/>
                </a:solidFill>
                <a:latin typeface="Nimbus Sans"/>
                <a:ea typeface="Nimbus Sans"/>
                <a:cs typeface="Nimbus Sans"/>
              </a:defRPr>
            </a:lvl3pPr>
            <a:lvl4pPr>
              <a:buNone/>
              <a:defRPr sz="1425" b="0">
                <a:solidFill>
                  <a:srgbClr val="52677A"/>
                </a:solidFill>
                <a:latin typeface="Nimbus Sans"/>
                <a:ea typeface="Nimbus Sans"/>
                <a:cs typeface="Nimbus Sans"/>
              </a:defRPr>
            </a:lvl4pPr>
            <a:lvl5pPr>
              <a:buNone/>
              <a:defRPr sz="1425" b="0">
                <a:solidFill>
                  <a:srgbClr val="52677A"/>
                </a:solidFill>
                <a:latin typeface="Nimbus Sans"/>
                <a:ea typeface="Nimbus Sans"/>
                <a:cs typeface="Nimbus Sans"/>
              </a:defRPr>
            </a:lvl5pPr>
            <a:lvl6pPr>
              <a:buNone/>
              <a:defRPr sz="1425" b="0">
                <a:solidFill>
                  <a:srgbClr val="52677A"/>
                </a:solidFill>
                <a:latin typeface="Nimbus Sans"/>
                <a:ea typeface="Nimbus Sans"/>
                <a:cs typeface="Nimbus Sans"/>
              </a:defRPr>
            </a:lvl6pPr>
            <a:lvl7pPr>
              <a:buNone/>
              <a:defRPr sz="1425" b="0">
                <a:solidFill>
                  <a:srgbClr val="52677A"/>
                </a:solidFill>
                <a:latin typeface="Nimbus Sans"/>
                <a:ea typeface="Nimbus Sans"/>
                <a:cs typeface="Nimbus Sans"/>
              </a:defRPr>
            </a:lvl7pPr>
            <a:lvl8pPr>
              <a:buNone/>
              <a:defRPr sz="1425" b="0">
                <a:solidFill>
                  <a:srgbClr val="52677A"/>
                </a:solidFill>
                <a:latin typeface="Nimbus Sans"/>
                <a:ea typeface="Nimbus Sans"/>
                <a:cs typeface="Nimbus Sans"/>
              </a:defRPr>
            </a:lvl8pPr>
            <a:lvl9pPr>
              <a:buNone/>
              <a:defRPr sz="1425" b="0">
                <a:solidFill>
                  <a:srgbClr val="52677A"/>
                </a:solidFill>
                <a:latin typeface="Nimbus Sans"/>
                <a:ea typeface="Nimbus Sans"/>
                <a:cs typeface="Nimbus Sans"/>
              </a:defRPr>
            </a:lvl9pPr>
          </a:lstStyle>
          <a:p xmlns:a="http://schemas.openxmlformats.org/drawingml/2006/main">
            <a:pPr>
              <a:buNone/>
              <a:defRPr sz="1425" b="0">
                <a:solidFill>
                  <a:srgbClr val="52677A"/>
                </a:solidFill>
                <a:latin typeface="Nimbus Sans"/>
                <a:ea typeface="Nimbus Sans"/>
                <a:cs typeface="Nimbus Sans"/>
              </a:defRPr>
            </a:pPr>
            <a:r>
              <a:rPr sz="1425" b="0">
                <a:solidFill>
                  <a:srgbClr val="52677A"/>
                </a:solidFill>
                <a:latin typeface="Nimbus Sans"/>
                <a:ea typeface="Nimbus Sans"/>
                <a:cs typeface="Nimbus Sans"/>
              </a:rPr>
              <a:t>Resource commitment</a:t>
            </a:r>
          </a:p>
        </p:txBody>
      </p:sp>
      <p:pic>
        <p:nvPicPr>
          <p:cNvPr id="25" name="">
            <a:extLst xmlns:a="http://schemas.openxmlformats.org/drawingml/2006/main">
              <a:ext uri="{FF2B5EF4-FFF2-40B4-BE49-F238E27FC236}">
                <a16:creationId xmlns:a16="http://schemas.microsoft.com/office/drawing/2014/main" id="{5811B7EE-7B95-44D2-B521-4E6D87E6DBCA}"/>
              </a:ext>
            </a:extLst>
          </p:cNvPr>
          <p:cNvPicPr>
            <a:picLocks xmlns:a="http://schemas.openxmlformats.org/drawingml/2006/main" noChangeAspect="1"/>
          </p:cNvPicPr>
          <p:nvPr/>
        </p:nvPicPr>
        <p:blipFill>
          <a:blip xmlns:r="http://schemas.openxmlformats.org/officeDocument/2006/relationships" xmlns:a="http://schemas.openxmlformats.org/drawingml/2006/main" r:embed="R76432e6f06d84ad0">
            <a:extLst>
              <a:ext uri="{96DAC541-7B7A-43D3-8B79-37D633B846F1}">
                <asvg:svgBlip xmlns:asvg="http://schemas.microsoft.com/office/drawing/2016/SVG/main" r:embed="R31885870cbb74ff5"/>
              </a:ext>
            </a:extLst>
          </a:blip>
          <a:stretch xmlns:a="http://schemas.openxmlformats.org/drawingml/2006/main"/>
        </p:blipFill>
        <p:spPr>
          <a:xfrm xmlns:a="http://schemas.openxmlformats.org/drawingml/2006/main">
            <a:off x="8629650" y="3457575"/>
            <a:ext cx="390525" cy="390525"/>
          </a:xfrm>
          <a:prstGeom xmlns:a="http://schemas.openxmlformats.org/drawingml/2006/main" prst="rect">
            <a:avLst/>
          </a:prstGeom>
        </p:spPr>
      </p:pic>
      <p:sp>
        <p:nvSpPr>
          <p:cNvPr id="26" name="text-22">
            <a:extLst xmlns:a="http://schemas.openxmlformats.org/drawingml/2006/main">
              <a:ext uri="{FF2B5EF4-FFF2-40B4-BE49-F238E27FC236}">
                <a16:creationId xmlns:a16="http://schemas.microsoft.com/office/drawing/2014/main" id="{E67F27AC-DBBA-4668-8667-282944795991}"/>
              </a:ext>
            </a:extLst>
          </p:cNvPr>
          <p:cNvSpPr>
            <a:spLocks xmlns:a="http://schemas.openxmlformats.org/drawingml/2006/main" noGrp="1"/>
          </p:cNvSpPr>
          <p:nvPr/>
        </p:nvSpPr>
        <p:spPr>
          <a:xfrm xmlns:a="http://schemas.openxmlformats.org/drawingml/2006/main">
            <a:off x="9201150" y="34480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73B5E"/>
                </a:solidFill>
                <a:latin typeface="Nimbus Sans"/>
                <a:ea typeface="Nimbus Sans"/>
                <a:cs typeface="Nimbus Sans"/>
              </a:defRPr>
            </a:defPPr>
            <a:lvl1pPr>
              <a:buNone/>
              <a:defRPr sz="2025" b="1">
                <a:solidFill>
                  <a:srgbClr val="173B5E"/>
                </a:solidFill>
                <a:latin typeface="Nimbus Sans"/>
                <a:ea typeface="Nimbus Sans"/>
                <a:cs typeface="Nimbus Sans"/>
              </a:defRPr>
            </a:lvl1pPr>
            <a:lvl2pPr>
              <a:buNone/>
              <a:defRPr sz="2025" b="1">
                <a:solidFill>
                  <a:srgbClr val="173B5E"/>
                </a:solidFill>
                <a:latin typeface="Nimbus Sans"/>
                <a:ea typeface="Nimbus Sans"/>
                <a:cs typeface="Nimbus Sans"/>
              </a:defRPr>
            </a:lvl2pPr>
            <a:lvl3pPr>
              <a:buNone/>
              <a:defRPr sz="2025" b="1">
                <a:solidFill>
                  <a:srgbClr val="173B5E"/>
                </a:solidFill>
                <a:latin typeface="Nimbus Sans"/>
                <a:ea typeface="Nimbus Sans"/>
                <a:cs typeface="Nimbus Sans"/>
              </a:defRPr>
            </a:lvl3pPr>
            <a:lvl4pPr>
              <a:buNone/>
              <a:defRPr sz="2025" b="1">
                <a:solidFill>
                  <a:srgbClr val="173B5E"/>
                </a:solidFill>
                <a:latin typeface="Nimbus Sans"/>
                <a:ea typeface="Nimbus Sans"/>
                <a:cs typeface="Nimbus Sans"/>
              </a:defRPr>
            </a:lvl4pPr>
            <a:lvl5pPr>
              <a:buNone/>
              <a:defRPr sz="2025" b="1">
                <a:solidFill>
                  <a:srgbClr val="173B5E"/>
                </a:solidFill>
                <a:latin typeface="Nimbus Sans"/>
                <a:ea typeface="Nimbus Sans"/>
                <a:cs typeface="Nimbus Sans"/>
              </a:defRPr>
            </a:lvl5pPr>
            <a:lvl6pPr>
              <a:buNone/>
              <a:defRPr sz="2025" b="1">
                <a:solidFill>
                  <a:srgbClr val="173B5E"/>
                </a:solidFill>
                <a:latin typeface="Nimbus Sans"/>
                <a:ea typeface="Nimbus Sans"/>
                <a:cs typeface="Nimbus Sans"/>
              </a:defRPr>
            </a:lvl6pPr>
            <a:lvl7pPr>
              <a:buNone/>
              <a:defRPr sz="2025" b="1">
                <a:solidFill>
                  <a:srgbClr val="173B5E"/>
                </a:solidFill>
                <a:latin typeface="Nimbus Sans"/>
                <a:ea typeface="Nimbus Sans"/>
                <a:cs typeface="Nimbus Sans"/>
              </a:defRPr>
            </a:lvl7pPr>
            <a:lvl8pPr>
              <a:buNone/>
              <a:defRPr sz="2025" b="1">
                <a:solidFill>
                  <a:srgbClr val="173B5E"/>
                </a:solidFill>
                <a:latin typeface="Nimbus Sans"/>
                <a:ea typeface="Nimbus Sans"/>
                <a:cs typeface="Nimbus Sans"/>
              </a:defRPr>
            </a:lvl8pPr>
            <a:lvl9pPr>
              <a:buNone/>
              <a:defRPr sz="2025" b="1">
                <a:solidFill>
                  <a:srgbClr val="173B5E"/>
                </a:solidFill>
                <a:latin typeface="Nimbus Sans"/>
                <a:ea typeface="Nimbus Sans"/>
                <a:cs typeface="Nimbus Sans"/>
              </a:defRPr>
            </a:lvl9pPr>
          </a:lstStyle>
          <a:p xmlns:a="http://schemas.openxmlformats.org/drawingml/2006/main">
            <a:pPr>
              <a:buNone/>
              <a:defRPr sz="2025" b="1">
                <a:solidFill>
                  <a:srgbClr val="173B5E"/>
                </a:solidFill>
                <a:latin typeface="Nimbus Sans"/>
                <a:ea typeface="Nimbus Sans"/>
                <a:cs typeface="Nimbus Sans"/>
              </a:defRPr>
            </a:pPr>
            <a:r>
              <a:rPr sz="2025" b="1">
                <a:solidFill>
                  <a:srgbClr val="173B5E"/>
                </a:solidFill>
                <a:latin typeface="Nimbus Sans"/>
                <a:ea typeface="Nimbus Sans"/>
                <a:cs typeface="Nimbus Sans"/>
              </a:rPr>
              <a:t>Target buyer</a:t>
            </a:r>
          </a:p>
        </p:txBody>
      </p:sp>
      <p:sp>
        <p:nvSpPr>
          <p:cNvPr id="27" name="text-23">
            <a:extLst xmlns:a="http://schemas.openxmlformats.org/drawingml/2006/main">
              <a:ext uri="{FF2B5EF4-FFF2-40B4-BE49-F238E27FC236}">
                <a16:creationId xmlns:a16="http://schemas.microsoft.com/office/drawing/2014/main" id="{741A654B-D677-471C-A8AC-72696452AC24}"/>
              </a:ext>
            </a:extLst>
          </p:cNvPr>
          <p:cNvSpPr>
            <a:spLocks xmlns:a="http://schemas.openxmlformats.org/drawingml/2006/main" noGrp="1"/>
          </p:cNvSpPr>
          <p:nvPr/>
        </p:nvSpPr>
        <p:spPr>
          <a:xfrm xmlns:a="http://schemas.openxmlformats.org/drawingml/2006/main">
            <a:off x="9201150" y="3752850"/>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52677A"/>
                </a:solidFill>
                <a:latin typeface="Nimbus Sans"/>
                <a:ea typeface="Nimbus Sans"/>
                <a:cs typeface="Nimbus Sans"/>
              </a:defRPr>
            </a:defPPr>
            <a:lvl1pPr>
              <a:buNone/>
              <a:defRPr sz="1425" b="0">
                <a:solidFill>
                  <a:srgbClr val="52677A"/>
                </a:solidFill>
                <a:latin typeface="Nimbus Sans"/>
                <a:ea typeface="Nimbus Sans"/>
                <a:cs typeface="Nimbus Sans"/>
              </a:defRPr>
            </a:lvl1pPr>
            <a:lvl2pPr>
              <a:buNone/>
              <a:defRPr sz="1425" b="0">
                <a:solidFill>
                  <a:srgbClr val="52677A"/>
                </a:solidFill>
                <a:latin typeface="Nimbus Sans"/>
                <a:ea typeface="Nimbus Sans"/>
                <a:cs typeface="Nimbus Sans"/>
              </a:defRPr>
            </a:lvl2pPr>
            <a:lvl3pPr>
              <a:buNone/>
              <a:defRPr sz="1425" b="0">
                <a:solidFill>
                  <a:srgbClr val="52677A"/>
                </a:solidFill>
                <a:latin typeface="Nimbus Sans"/>
                <a:ea typeface="Nimbus Sans"/>
                <a:cs typeface="Nimbus Sans"/>
              </a:defRPr>
            </a:lvl3pPr>
            <a:lvl4pPr>
              <a:buNone/>
              <a:defRPr sz="1425" b="0">
                <a:solidFill>
                  <a:srgbClr val="52677A"/>
                </a:solidFill>
                <a:latin typeface="Nimbus Sans"/>
                <a:ea typeface="Nimbus Sans"/>
                <a:cs typeface="Nimbus Sans"/>
              </a:defRPr>
            </a:lvl4pPr>
            <a:lvl5pPr>
              <a:buNone/>
              <a:defRPr sz="1425" b="0">
                <a:solidFill>
                  <a:srgbClr val="52677A"/>
                </a:solidFill>
                <a:latin typeface="Nimbus Sans"/>
                <a:ea typeface="Nimbus Sans"/>
                <a:cs typeface="Nimbus Sans"/>
              </a:defRPr>
            </a:lvl5pPr>
            <a:lvl6pPr>
              <a:buNone/>
              <a:defRPr sz="1425" b="0">
                <a:solidFill>
                  <a:srgbClr val="52677A"/>
                </a:solidFill>
                <a:latin typeface="Nimbus Sans"/>
                <a:ea typeface="Nimbus Sans"/>
                <a:cs typeface="Nimbus Sans"/>
              </a:defRPr>
            </a:lvl6pPr>
            <a:lvl7pPr>
              <a:buNone/>
              <a:defRPr sz="1425" b="0">
                <a:solidFill>
                  <a:srgbClr val="52677A"/>
                </a:solidFill>
                <a:latin typeface="Nimbus Sans"/>
                <a:ea typeface="Nimbus Sans"/>
                <a:cs typeface="Nimbus Sans"/>
              </a:defRPr>
            </a:lvl7pPr>
            <a:lvl8pPr>
              <a:buNone/>
              <a:defRPr sz="1425" b="0">
                <a:solidFill>
                  <a:srgbClr val="52677A"/>
                </a:solidFill>
                <a:latin typeface="Nimbus Sans"/>
                <a:ea typeface="Nimbus Sans"/>
                <a:cs typeface="Nimbus Sans"/>
              </a:defRPr>
            </a:lvl8pPr>
            <a:lvl9pPr>
              <a:buNone/>
              <a:defRPr sz="1425" b="0">
                <a:solidFill>
                  <a:srgbClr val="52677A"/>
                </a:solidFill>
                <a:latin typeface="Nimbus Sans"/>
                <a:ea typeface="Nimbus Sans"/>
                <a:cs typeface="Nimbus Sans"/>
              </a:defRPr>
            </a:lvl9pPr>
          </a:lstStyle>
          <a:p xmlns:a="http://schemas.openxmlformats.org/drawingml/2006/main">
            <a:pPr>
              <a:buNone/>
              <a:defRPr sz="1425" b="0">
                <a:solidFill>
                  <a:srgbClr val="52677A"/>
                </a:solidFill>
                <a:latin typeface="Nimbus Sans"/>
                <a:ea typeface="Nimbus Sans"/>
                <a:cs typeface="Nimbus Sans"/>
              </a:defRPr>
            </a:pPr>
            <a:r>
              <a:rPr sz="1425" b="0">
                <a:solidFill>
                  <a:srgbClr val="52677A"/>
                </a:solidFill>
                <a:latin typeface="Nimbus Sans"/>
                <a:ea typeface="Nimbus Sans"/>
                <a:cs typeface="Nimbus Sans"/>
              </a:rPr>
              <a:t>Security Director / VP Facilities</a:t>
            </a:r>
          </a:p>
        </p:txBody>
      </p:sp>
      <p:pic>
        <p:nvPicPr>
          <p:cNvPr id="28" name="">
            <a:extLst xmlns:a="http://schemas.openxmlformats.org/drawingml/2006/main">
              <a:ext uri="{FF2B5EF4-FFF2-40B4-BE49-F238E27FC236}">
                <a16:creationId xmlns:a16="http://schemas.microsoft.com/office/drawing/2014/main" id="{F726433B-1FA2-4CAD-854B-28911AA4EDE7}"/>
              </a:ext>
            </a:extLst>
          </p:cNvPr>
          <p:cNvPicPr>
            <a:picLocks xmlns:a="http://schemas.openxmlformats.org/drawingml/2006/main" noChangeAspect="1"/>
          </p:cNvPicPr>
          <p:nvPr/>
        </p:nvPicPr>
        <p:blipFill>
          <a:blip xmlns:r="http://schemas.openxmlformats.org/officeDocument/2006/relationships" xmlns:a="http://schemas.openxmlformats.org/drawingml/2006/main" r:embed="Rfccad03c4cbc41f0">
            <a:extLst>
              <a:ext uri="{96DAC541-7B7A-43D3-8B79-37D633B846F1}">
                <asvg:svgBlip xmlns:asvg="http://schemas.microsoft.com/office/drawing/2016/SVG/main" r:embed="Ra100db0eaadb4f69"/>
              </a:ext>
            </a:extLst>
          </a:blip>
          <a:stretch xmlns:a="http://schemas.openxmlformats.org/drawingml/2006/main"/>
        </p:blipFill>
        <p:spPr>
          <a:xfrm xmlns:a="http://schemas.openxmlformats.org/drawingml/2006/main">
            <a:off x="8629650" y="3971925"/>
            <a:ext cx="390525" cy="390525"/>
          </a:xfrm>
          <a:prstGeom xmlns:a="http://schemas.openxmlformats.org/drawingml/2006/main" prst="rect">
            <a:avLst/>
          </a:prstGeom>
        </p:spPr>
      </p:pic>
      <p:sp>
        <p:nvSpPr>
          <p:cNvPr id="29" name="text-24">
            <a:extLst xmlns:a="http://schemas.openxmlformats.org/drawingml/2006/main">
              <a:ext uri="{FF2B5EF4-FFF2-40B4-BE49-F238E27FC236}">
                <a16:creationId xmlns:a16="http://schemas.microsoft.com/office/drawing/2014/main" id="{B16936FA-D217-4134-B6B8-F0E17FF104A0}"/>
              </a:ext>
            </a:extLst>
          </p:cNvPr>
          <p:cNvSpPr>
            <a:spLocks xmlns:a="http://schemas.openxmlformats.org/drawingml/2006/main" noGrp="1"/>
          </p:cNvSpPr>
          <p:nvPr/>
        </p:nvSpPr>
        <p:spPr>
          <a:xfrm xmlns:a="http://schemas.openxmlformats.org/drawingml/2006/main">
            <a:off x="9201150" y="396240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73B5E"/>
                </a:solidFill>
                <a:latin typeface="Nimbus Sans"/>
                <a:ea typeface="Nimbus Sans"/>
                <a:cs typeface="Nimbus Sans"/>
              </a:defRPr>
            </a:defPPr>
            <a:lvl1pPr>
              <a:buNone/>
              <a:defRPr sz="2025" b="1">
                <a:solidFill>
                  <a:srgbClr val="173B5E"/>
                </a:solidFill>
                <a:latin typeface="Nimbus Sans"/>
                <a:ea typeface="Nimbus Sans"/>
                <a:cs typeface="Nimbus Sans"/>
              </a:defRPr>
            </a:lvl1pPr>
            <a:lvl2pPr>
              <a:buNone/>
              <a:defRPr sz="2025" b="1">
                <a:solidFill>
                  <a:srgbClr val="173B5E"/>
                </a:solidFill>
                <a:latin typeface="Nimbus Sans"/>
                <a:ea typeface="Nimbus Sans"/>
                <a:cs typeface="Nimbus Sans"/>
              </a:defRPr>
            </a:lvl2pPr>
            <a:lvl3pPr>
              <a:buNone/>
              <a:defRPr sz="2025" b="1">
                <a:solidFill>
                  <a:srgbClr val="173B5E"/>
                </a:solidFill>
                <a:latin typeface="Nimbus Sans"/>
                <a:ea typeface="Nimbus Sans"/>
                <a:cs typeface="Nimbus Sans"/>
              </a:defRPr>
            </a:lvl3pPr>
            <a:lvl4pPr>
              <a:buNone/>
              <a:defRPr sz="2025" b="1">
                <a:solidFill>
                  <a:srgbClr val="173B5E"/>
                </a:solidFill>
                <a:latin typeface="Nimbus Sans"/>
                <a:ea typeface="Nimbus Sans"/>
                <a:cs typeface="Nimbus Sans"/>
              </a:defRPr>
            </a:lvl4pPr>
            <a:lvl5pPr>
              <a:buNone/>
              <a:defRPr sz="2025" b="1">
                <a:solidFill>
                  <a:srgbClr val="173B5E"/>
                </a:solidFill>
                <a:latin typeface="Nimbus Sans"/>
                <a:ea typeface="Nimbus Sans"/>
                <a:cs typeface="Nimbus Sans"/>
              </a:defRPr>
            </a:lvl5pPr>
            <a:lvl6pPr>
              <a:buNone/>
              <a:defRPr sz="2025" b="1">
                <a:solidFill>
                  <a:srgbClr val="173B5E"/>
                </a:solidFill>
                <a:latin typeface="Nimbus Sans"/>
                <a:ea typeface="Nimbus Sans"/>
                <a:cs typeface="Nimbus Sans"/>
              </a:defRPr>
            </a:lvl6pPr>
            <a:lvl7pPr>
              <a:buNone/>
              <a:defRPr sz="2025" b="1">
                <a:solidFill>
                  <a:srgbClr val="173B5E"/>
                </a:solidFill>
                <a:latin typeface="Nimbus Sans"/>
                <a:ea typeface="Nimbus Sans"/>
                <a:cs typeface="Nimbus Sans"/>
              </a:defRPr>
            </a:lvl7pPr>
            <a:lvl8pPr>
              <a:buNone/>
              <a:defRPr sz="2025" b="1">
                <a:solidFill>
                  <a:srgbClr val="173B5E"/>
                </a:solidFill>
                <a:latin typeface="Nimbus Sans"/>
                <a:ea typeface="Nimbus Sans"/>
                <a:cs typeface="Nimbus Sans"/>
              </a:defRPr>
            </a:lvl8pPr>
            <a:lvl9pPr>
              <a:buNone/>
              <a:defRPr sz="2025" b="1">
                <a:solidFill>
                  <a:srgbClr val="173B5E"/>
                </a:solidFill>
                <a:latin typeface="Nimbus Sans"/>
                <a:ea typeface="Nimbus Sans"/>
                <a:cs typeface="Nimbus Sans"/>
              </a:defRPr>
            </a:lvl9pPr>
          </a:lstStyle>
          <a:p xmlns:a="http://schemas.openxmlformats.org/drawingml/2006/main">
            <a:pPr>
              <a:buNone/>
              <a:defRPr sz="2025" b="1">
                <a:solidFill>
                  <a:srgbClr val="173B5E"/>
                </a:solidFill>
                <a:latin typeface="Nimbus Sans"/>
                <a:ea typeface="Nimbus Sans"/>
                <a:cs typeface="Nimbus Sans"/>
              </a:defRPr>
            </a:pPr>
            <a:r>
              <a:rPr sz="2025" b="1">
                <a:solidFill>
                  <a:srgbClr val="173B5E"/>
                </a:solidFill>
                <a:latin typeface="Nimbus Sans"/>
                <a:ea typeface="Nimbus Sans"/>
                <a:cs typeface="Nimbus Sans"/>
              </a:rPr>
              <a:t>Product / engineering</a:t>
            </a:r>
          </a:p>
        </p:txBody>
      </p:sp>
      <p:sp>
        <p:nvSpPr>
          <p:cNvPr id="30" name="text-25">
            <a:extLst xmlns:a="http://schemas.openxmlformats.org/drawingml/2006/main">
              <a:ext uri="{FF2B5EF4-FFF2-40B4-BE49-F238E27FC236}">
                <a16:creationId xmlns:a16="http://schemas.microsoft.com/office/drawing/2014/main" id="{230CDA9D-C2FC-4358-A30D-EC73456929EF}"/>
              </a:ext>
            </a:extLst>
          </p:cNvPr>
          <p:cNvSpPr>
            <a:spLocks xmlns:a="http://schemas.openxmlformats.org/drawingml/2006/main" noGrp="1"/>
          </p:cNvSpPr>
          <p:nvPr/>
        </p:nvSpPr>
        <p:spPr>
          <a:xfrm xmlns:a="http://schemas.openxmlformats.org/drawingml/2006/main">
            <a:off x="9201150" y="4267200"/>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52677A"/>
                </a:solidFill>
                <a:latin typeface="Nimbus Sans"/>
                <a:ea typeface="Nimbus Sans"/>
                <a:cs typeface="Nimbus Sans"/>
              </a:defRPr>
            </a:defPPr>
            <a:lvl1pPr>
              <a:buNone/>
              <a:defRPr sz="1425" b="0">
                <a:solidFill>
                  <a:srgbClr val="52677A"/>
                </a:solidFill>
                <a:latin typeface="Nimbus Sans"/>
                <a:ea typeface="Nimbus Sans"/>
                <a:cs typeface="Nimbus Sans"/>
              </a:defRPr>
            </a:lvl1pPr>
            <a:lvl2pPr>
              <a:buNone/>
              <a:defRPr sz="1425" b="0">
                <a:solidFill>
                  <a:srgbClr val="52677A"/>
                </a:solidFill>
                <a:latin typeface="Nimbus Sans"/>
                <a:ea typeface="Nimbus Sans"/>
                <a:cs typeface="Nimbus Sans"/>
              </a:defRPr>
            </a:lvl2pPr>
            <a:lvl3pPr>
              <a:buNone/>
              <a:defRPr sz="1425" b="0">
                <a:solidFill>
                  <a:srgbClr val="52677A"/>
                </a:solidFill>
                <a:latin typeface="Nimbus Sans"/>
                <a:ea typeface="Nimbus Sans"/>
                <a:cs typeface="Nimbus Sans"/>
              </a:defRPr>
            </a:lvl3pPr>
            <a:lvl4pPr>
              <a:buNone/>
              <a:defRPr sz="1425" b="0">
                <a:solidFill>
                  <a:srgbClr val="52677A"/>
                </a:solidFill>
                <a:latin typeface="Nimbus Sans"/>
                <a:ea typeface="Nimbus Sans"/>
                <a:cs typeface="Nimbus Sans"/>
              </a:defRPr>
            </a:lvl4pPr>
            <a:lvl5pPr>
              <a:buNone/>
              <a:defRPr sz="1425" b="0">
                <a:solidFill>
                  <a:srgbClr val="52677A"/>
                </a:solidFill>
                <a:latin typeface="Nimbus Sans"/>
                <a:ea typeface="Nimbus Sans"/>
                <a:cs typeface="Nimbus Sans"/>
              </a:defRPr>
            </a:lvl5pPr>
            <a:lvl6pPr>
              <a:buNone/>
              <a:defRPr sz="1425" b="0">
                <a:solidFill>
                  <a:srgbClr val="52677A"/>
                </a:solidFill>
                <a:latin typeface="Nimbus Sans"/>
                <a:ea typeface="Nimbus Sans"/>
                <a:cs typeface="Nimbus Sans"/>
              </a:defRPr>
            </a:lvl6pPr>
            <a:lvl7pPr>
              <a:buNone/>
              <a:defRPr sz="1425" b="0">
                <a:solidFill>
                  <a:srgbClr val="52677A"/>
                </a:solidFill>
                <a:latin typeface="Nimbus Sans"/>
                <a:ea typeface="Nimbus Sans"/>
                <a:cs typeface="Nimbus Sans"/>
              </a:defRPr>
            </a:lvl7pPr>
            <a:lvl8pPr>
              <a:buNone/>
              <a:defRPr sz="1425" b="0">
                <a:solidFill>
                  <a:srgbClr val="52677A"/>
                </a:solidFill>
                <a:latin typeface="Nimbus Sans"/>
                <a:ea typeface="Nimbus Sans"/>
                <a:cs typeface="Nimbus Sans"/>
              </a:defRPr>
            </a:lvl8pPr>
            <a:lvl9pPr>
              <a:buNone/>
              <a:defRPr sz="1425" b="0">
                <a:solidFill>
                  <a:srgbClr val="52677A"/>
                </a:solidFill>
                <a:latin typeface="Nimbus Sans"/>
                <a:ea typeface="Nimbus Sans"/>
                <a:cs typeface="Nimbus Sans"/>
              </a:defRPr>
            </a:lvl9pPr>
          </a:lstStyle>
          <a:p xmlns:a="http://schemas.openxmlformats.org/drawingml/2006/main">
            <a:pPr>
              <a:buNone/>
              <a:defRPr sz="1425" b="0">
                <a:solidFill>
                  <a:srgbClr val="52677A"/>
                </a:solidFill>
                <a:latin typeface="Nimbus Sans"/>
                <a:ea typeface="Nimbus Sans"/>
                <a:cs typeface="Nimbus Sans"/>
              </a:defRPr>
            </a:pPr>
            <a:r>
              <a:rPr sz="1425" b="0">
                <a:solidFill>
                  <a:srgbClr val="52677A"/>
                </a:solidFill>
                <a:latin typeface="Nimbus Sans"/>
                <a:ea typeface="Nimbus Sans"/>
                <a:cs typeface="Nimbus Sans"/>
              </a:rPr>
              <a:t>Technical readiness</a:t>
            </a:r>
          </a:p>
        </p:txBody>
      </p:sp>
      <p:sp>
        <p:nvSpPr>
          <p:cNvPr id="31" name="text-26">
            <a:extLst xmlns:a="http://schemas.openxmlformats.org/drawingml/2006/main">
              <a:ext uri="{FF2B5EF4-FFF2-40B4-BE49-F238E27FC236}">
                <a16:creationId xmlns:a16="http://schemas.microsoft.com/office/drawing/2014/main" id="{D661D329-4C9E-4E8D-860B-323DF23E3F86}"/>
              </a:ext>
            </a:extLst>
          </p:cNvPr>
          <p:cNvSpPr>
            <a:spLocks xmlns:a="http://schemas.openxmlformats.org/drawingml/2006/main" noGrp="1"/>
          </p:cNvSpPr>
          <p:nvPr/>
        </p:nvSpPr>
        <p:spPr>
          <a:xfrm xmlns:a="http://schemas.openxmlformats.org/drawingml/2006/main">
            <a:off x="2019300" y="4819650"/>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73B5E"/>
                </a:solidFill>
                <a:latin typeface="Nimbus Sans"/>
                <a:ea typeface="Nimbus Sans"/>
                <a:cs typeface="Nimbus Sans"/>
              </a:defRPr>
            </a:defPPr>
            <a:lvl1pPr>
              <a:buNone/>
              <a:defRPr sz="2250" b="1">
                <a:solidFill>
                  <a:srgbClr val="173B5E"/>
                </a:solidFill>
                <a:latin typeface="Nimbus Sans"/>
                <a:ea typeface="Nimbus Sans"/>
                <a:cs typeface="Nimbus Sans"/>
              </a:defRPr>
            </a:lvl1pPr>
            <a:lvl2pPr>
              <a:buNone/>
              <a:defRPr sz="2250" b="1">
                <a:solidFill>
                  <a:srgbClr val="173B5E"/>
                </a:solidFill>
                <a:latin typeface="Nimbus Sans"/>
                <a:ea typeface="Nimbus Sans"/>
                <a:cs typeface="Nimbus Sans"/>
              </a:defRPr>
            </a:lvl2pPr>
            <a:lvl3pPr>
              <a:buNone/>
              <a:defRPr sz="2250" b="1">
                <a:solidFill>
                  <a:srgbClr val="173B5E"/>
                </a:solidFill>
                <a:latin typeface="Nimbus Sans"/>
                <a:ea typeface="Nimbus Sans"/>
                <a:cs typeface="Nimbus Sans"/>
              </a:defRPr>
            </a:lvl3pPr>
            <a:lvl4pPr>
              <a:buNone/>
              <a:defRPr sz="2250" b="1">
                <a:solidFill>
                  <a:srgbClr val="173B5E"/>
                </a:solidFill>
                <a:latin typeface="Nimbus Sans"/>
                <a:ea typeface="Nimbus Sans"/>
                <a:cs typeface="Nimbus Sans"/>
              </a:defRPr>
            </a:lvl4pPr>
            <a:lvl5pPr>
              <a:buNone/>
              <a:defRPr sz="2250" b="1">
                <a:solidFill>
                  <a:srgbClr val="173B5E"/>
                </a:solidFill>
                <a:latin typeface="Nimbus Sans"/>
                <a:ea typeface="Nimbus Sans"/>
                <a:cs typeface="Nimbus Sans"/>
              </a:defRPr>
            </a:lvl5pPr>
            <a:lvl6pPr>
              <a:buNone/>
              <a:defRPr sz="2250" b="1">
                <a:solidFill>
                  <a:srgbClr val="173B5E"/>
                </a:solidFill>
                <a:latin typeface="Nimbus Sans"/>
                <a:ea typeface="Nimbus Sans"/>
                <a:cs typeface="Nimbus Sans"/>
              </a:defRPr>
            </a:lvl6pPr>
            <a:lvl7pPr>
              <a:buNone/>
              <a:defRPr sz="2250" b="1">
                <a:solidFill>
                  <a:srgbClr val="173B5E"/>
                </a:solidFill>
                <a:latin typeface="Nimbus Sans"/>
                <a:ea typeface="Nimbus Sans"/>
                <a:cs typeface="Nimbus Sans"/>
              </a:defRPr>
            </a:lvl7pPr>
            <a:lvl8pPr>
              <a:buNone/>
              <a:defRPr sz="2250" b="1">
                <a:solidFill>
                  <a:srgbClr val="173B5E"/>
                </a:solidFill>
                <a:latin typeface="Nimbus Sans"/>
                <a:ea typeface="Nimbus Sans"/>
                <a:cs typeface="Nimbus Sans"/>
              </a:defRPr>
            </a:lvl8pPr>
            <a:lvl9pPr>
              <a:buNone/>
              <a:defRPr sz="2250" b="1">
                <a:solidFill>
                  <a:srgbClr val="173B5E"/>
                </a:solidFill>
                <a:latin typeface="Nimbus Sans"/>
                <a:ea typeface="Nimbus Sans"/>
                <a:cs typeface="Nimbus Sans"/>
              </a:defRPr>
            </a:lvl9pPr>
          </a:lstStyle>
          <a:p xmlns:a="http://schemas.openxmlformats.org/drawingml/2006/main">
            <a:pPr>
              <a:buNone/>
              <a:defRPr sz="2250" b="1">
                <a:solidFill>
                  <a:srgbClr val="173B5E"/>
                </a:solidFill>
                <a:latin typeface="Nimbus Sans"/>
                <a:ea typeface="Nimbus Sans"/>
                <a:cs typeface="Nimbus Sans"/>
              </a:defRPr>
            </a:pPr>
            <a:r>
              <a:rPr sz="2250" b="1">
                <a:solidFill>
                  <a:srgbClr val="173B5E"/>
                </a:solidFill>
                <a:latin typeface="Nimbus Sans"/>
                <a:ea typeface="Nimbus Sans"/>
                <a:cs typeface="Nimbus Sans"/>
              </a:rPr>
              <a:t>Monitor and reassess</a:t>
            </a:r>
          </a:p>
        </p:txBody>
      </p:sp>
      <p:pic>
        <p:nvPicPr>
          <p:cNvPr id="32" name="">
            <a:extLst xmlns:a="http://schemas.openxmlformats.org/drawingml/2006/main">
              <a:ext uri="{FF2B5EF4-FFF2-40B4-BE49-F238E27FC236}">
                <a16:creationId xmlns:a16="http://schemas.microsoft.com/office/drawing/2014/main" id="{EA400015-A3EA-4E61-8663-EC7C6CA91DD2}"/>
              </a:ext>
            </a:extLst>
          </p:cNvPr>
          <p:cNvPicPr>
            <a:picLocks xmlns:a="http://schemas.openxmlformats.org/drawingml/2006/main" noChangeAspect="1"/>
          </p:cNvPicPr>
          <p:nvPr/>
        </p:nvPicPr>
        <p:blipFill>
          <a:blip xmlns:r="http://schemas.openxmlformats.org/officeDocument/2006/relationships" xmlns:a="http://schemas.openxmlformats.org/drawingml/2006/main" r:embed="R7972c88c95e04019">
            <a:extLst>
              <a:ext uri="{96DAC541-7B7A-43D3-8B79-37D633B846F1}">
                <asvg:svgBlip xmlns:asvg="http://schemas.microsoft.com/office/drawing/2016/SVG/main" r:embed="R24d2eb6f99344bea"/>
              </a:ext>
            </a:extLst>
          </a:blip>
          <a:stretch xmlns:a="http://schemas.openxmlformats.org/drawingml/2006/main"/>
        </p:blipFill>
        <p:spPr>
          <a:xfrm xmlns:a="http://schemas.openxmlformats.org/drawingml/2006/main">
            <a:off x="2095500" y="5467350"/>
            <a:ext cx="571500" cy="571500"/>
          </a:xfrm>
          <a:prstGeom xmlns:a="http://schemas.openxmlformats.org/drawingml/2006/main" prst="rect">
            <a:avLst/>
          </a:prstGeom>
        </p:spPr>
      </p:pic>
      <p:sp>
        <p:nvSpPr>
          <p:cNvPr id="33" name="text-27">
            <a:extLst xmlns:a="http://schemas.openxmlformats.org/drawingml/2006/main">
              <a:ext uri="{FF2B5EF4-FFF2-40B4-BE49-F238E27FC236}">
                <a16:creationId xmlns:a16="http://schemas.microsoft.com/office/drawing/2014/main" id="{88D820EE-D086-4238-A169-C96559F1025F}"/>
              </a:ext>
            </a:extLst>
          </p:cNvPr>
          <p:cNvSpPr>
            <a:spLocks xmlns:a="http://schemas.openxmlformats.org/drawingml/2006/main" noGrp="1"/>
          </p:cNvSpPr>
          <p:nvPr/>
        </p:nvSpPr>
        <p:spPr>
          <a:xfrm xmlns:a="http://schemas.openxmlformats.org/drawingml/2006/main">
            <a:off x="2905125" y="5467350"/>
            <a:ext cx="466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3B5E"/>
                </a:solidFill>
                <a:latin typeface="Nimbus Sans"/>
                <a:ea typeface="Nimbus Sans"/>
                <a:cs typeface="Nimbus Sans"/>
              </a:defRPr>
            </a:defPPr>
            <a:lvl1pPr>
              <a:buNone/>
              <a:defRPr sz="2175" b="1">
                <a:solidFill>
                  <a:srgbClr val="173B5E"/>
                </a:solidFill>
                <a:latin typeface="Nimbus Sans"/>
                <a:ea typeface="Nimbus Sans"/>
                <a:cs typeface="Nimbus Sans"/>
              </a:defRPr>
            </a:lvl1pPr>
            <a:lvl2pPr>
              <a:buNone/>
              <a:defRPr sz="2175" b="1">
                <a:solidFill>
                  <a:srgbClr val="173B5E"/>
                </a:solidFill>
                <a:latin typeface="Nimbus Sans"/>
                <a:ea typeface="Nimbus Sans"/>
                <a:cs typeface="Nimbus Sans"/>
              </a:defRPr>
            </a:lvl2pPr>
            <a:lvl3pPr>
              <a:buNone/>
              <a:defRPr sz="2175" b="1">
                <a:solidFill>
                  <a:srgbClr val="173B5E"/>
                </a:solidFill>
                <a:latin typeface="Nimbus Sans"/>
                <a:ea typeface="Nimbus Sans"/>
                <a:cs typeface="Nimbus Sans"/>
              </a:defRPr>
            </a:lvl3pPr>
            <a:lvl4pPr>
              <a:buNone/>
              <a:defRPr sz="2175" b="1">
                <a:solidFill>
                  <a:srgbClr val="173B5E"/>
                </a:solidFill>
                <a:latin typeface="Nimbus Sans"/>
                <a:ea typeface="Nimbus Sans"/>
                <a:cs typeface="Nimbus Sans"/>
              </a:defRPr>
            </a:lvl4pPr>
            <a:lvl5pPr>
              <a:buNone/>
              <a:defRPr sz="2175" b="1">
                <a:solidFill>
                  <a:srgbClr val="173B5E"/>
                </a:solidFill>
                <a:latin typeface="Nimbus Sans"/>
                <a:ea typeface="Nimbus Sans"/>
                <a:cs typeface="Nimbus Sans"/>
              </a:defRPr>
            </a:lvl5pPr>
            <a:lvl6pPr>
              <a:buNone/>
              <a:defRPr sz="2175" b="1">
                <a:solidFill>
                  <a:srgbClr val="173B5E"/>
                </a:solidFill>
                <a:latin typeface="Nimbus Sans"/>
                <a:ea typeface="Nimbus Sans"/>
                <a:cs typeface="Nimbus Sans"/>
              </a:defRPr>
            </a:lvl6pPr>
            <a:lvl7pPr>
              <a:buNone/>
              <a:defRPr sz="2175" b="1">
                <a:solidFill>
                  <a:srgbClr val="173B5E"/>
                </a:solidFill>
                <a:latin typeface="Nimbus Sans"/>
                <a:ea typeface="Nimbus Sans"/>
                <a:cs typeface="Nimbus Sans"/>
              </a:defRPr>
            </a:lvl7pPr>
            <a:lvl8pPr>
              <a:buNone/>
              <a:defRPr sz="2175" b="1">
                <a:solidFill>
                  <a:srgbClr val="173B5E"/>
                </a:solidFill>
                <a:latin typeface="Nimbus Sans"/>
                <a:ea typeface="Nimbus Sans"/>
                <a:cs typeface="Nimbus Sans"/>
              </a:defRPr>
            </a:lvl8pPr>
            <a:lvl9pPr>
              <a:buNone/>
              <a:defRPr sz="2175" b="1">
                <a:solidFill>
                  <a:srgbClr val="173B5E"/>
                </a:solidFill>
                <a:latin typeface="Nimbus Sans"/>
                <a:ea typeface="Nimbus Sans"/>
                <a:cs typeface="Nimbus Sans"/>
              </a:defRPr>
            </a:lvl9pPr>
          </a:lstStyle>
          <a:p xmlns:a="http://schemas.openxmlformats.org/drawingml/2006/main">
            <a:pPr>
              <a:buNone/>
              <a:defRPr sz="2175" b="1">
                <a:solidFill>
                  <a:srgbClr val="173B5E"/>
                </a:solidFill>
                <a:latin typeface="Nimbus Sans"/>
                <a:ea typeface="Nimbus Sans"/>
                <a:cs typeface="Nimbus Sans"/>
              </a:defRPr>
            </a:pPr>
            <a:r>
              <a:rPr sz="2175" b="1">
                <a:solidFill>
                  <a:srgbClr val="173B5E"/>
                </a:solidFill>
                <a:latin typeface="Nimbus Sans"/>
                <a:ea typeface="Nimbus Sans"/>
                <a:cs typeface="Nimbus Sans"/>
              </a:rPr>
              <a:t>Occupants / visitors</a:t>
            </a:r>
          </a:p>
        </p:txBody>
      </p:sp>
      <p:sp>
        <p:nvSpPr>
          <p:cNvPr id="34" name="text-28">
            <a:extLst xmlns:a="http://schemas.openxmlformats.org/drawingml/2006/main">
              <a:ext uri="{FF2B5EF4-FFF2-40B4-BE49-F238E27FC236}">
                <a16:creationId xmlns:a16="http://schemas.microsoft.com/office/drawing/2014/main" id="{5B5EDF84-D3E4-4470-8378-EA26BAEF1CFC}"/>
              </a:ext>
            </a:extLst>
          </p:cNvPr>
          <p:cNvSpPr>
            <a:spLocks xmlns:a="http://schemas.openxmlformats.org/drawingml/2006/main" noGrp="1"/>
          </p:cNvSpPr>
          <p:nvPr/>
        </p:nvSpPr>
        <p:spPr>
          <a:xfrm xmlns:a="http://schemas.openxmlformats.org/drawingml/2006/main">
            <a:off x="2905125" y="5924550"/>
            <a:ext cx="4667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2677A"/>
                </a:solidFill>
                <a:latin typeface="Nimbus Sans"/>
                <a:ea typeface="Nimbus Sans"/>
                <a:cs typeface="Nimbus Sans"/>
              </a:defRPr>
            </a:defPPr>
            <a:lvl1pPr>
              <a:buNone/>
              <a:defRPr sz="1950" b="0">
                <a:solidFill>
                  <a:srgbClr val="52677A"/>
                </a:solidFill>
                <a:latin typeface="Nimbus Sans"/>
                <a:ea typeface="Nimbus Sans"/>
                <a:cs typeface="Nimbus Sans"/>
              </a:defRPr>
            </a:lvl1pPr>
            <a:lvl2pPr>
              <a:buNone/>
              <a:defRPr sz="1950" b="0">
                <a:solidFill>
                  <a:srgbClr val="52677A"/>
                </a:solidFill>
                <a:latin typeface="Nimbus Sans"/>
                <a:ea typeface="Nimbus Sans"/>
                <a:cs typeface="Nimbus Sans"/>
              </a:defRPr>
            </a:lvl2pPr>
            <a:lvl3pPr>
              <a:buNone/>
              <a:defRPr sz="1950" b="0">
                <a:solidFill>
                  <a:srgbClr val="52677A"/>
                </a:solidFill>
                <a:latin typeface="Nimbus Sans"/>
                <a:ea typeface="Nimbus Sans"/>
                <a:cs typeface="Nimbus Sans"/>
              </a:defRPr>
            </a:lvl3pPr>
            <a:lvl4pPr>
              <a:buNone/>
              <a:defRPr sz="1950" b="0">
                <a:solidFill>
                  <a:srgbClr val="52677A"/>
                </a:solidFill>
                <a:latin typeface="Nimbus Sans"/>
                <a:ea typeface="Nimbus Sans"/>
                <a:cs typeface="Nimbus Sans"/>
              </a:defRPr>
            </a:lvl4pPr>
            <a:lvl5pPr>
              <a:buNone/>
              <a:defRPr sz="1950" b="0">
                <a:solidFill>
                  <a:srgbClr val="52677A"/>
                </a:solidFill>
                <a:latin typeface="Nimbus Sans"/>
                <a:ea typeface="Nimbus Sans"/>
                <a:cs typeface="Nimbus Sans"/>
              </a:defRPr>
            </a:lvl5pPr>
            <a:lvl6pPr>
              <a:buNone/>
              <a:defRPr sz="1950" b="0">
                <a:solidFill>
                  <a:srgbClr val="52677A"/>
                </a:solidFill>
                <a:latin typeface="Nimbus Sans"/>
                <a:ea typeface="Nimbus Sans"/>
                <a:cs typeface="Nimbus Sans"/>
              </a:defRPr>
            </a:lvl6pPr>
            <a:lvl7pPr>
              <a:buNone/>
              <a:defRPr sz="1950" b="0">
                <a:solidFill>
                  <a:srgbClr val="52677A"/>
                </a:solidFill>
                <a:latin typeface="Nimbus Sans"/>
                <a:ea typeface="Nimbus Sans"/>
                <a:cs typeface="Nimbus Sans"/>
              </a:defRPr>
            </a:lvl7pPr>
            <a:lvl8pPr>
              <a:buNone/>
              <a:defRPr sz="1950" b="0">
                <a:solidFill>
                  <a:srgbClr val="52677A"/>
                </a:solidFill>
                <a:latin typeface="Nimbus Sans"/>
                <a:ea typeface="Nimbus Sans"/>
                <a:cs typeface="Nimbus Sans"/>
              </a:defRPr>
            </a:lvl8pPr>
            <a:lvl9pPr>
              <a:buNone/>
              <a:defRPr sz="1950" b="0">
                <a:solidFill>
                  <a:srgbClr val="52677A"/>
                </a:solidFill>
                <a:latin typeface="Nimbus Sans"/>
                <a:ea typeface="Nimbus Sans"/>
                <a:cs typeface="Nimbus Sans"/>
              </a:defRPr>
            </a:lvl9pPr>
          </a:lstStyle>
          <a:p xmlns:a="http://schemas.openxmlformats.org/drawingml/2006/main">
            <a:pPr>
              <a:buNone/>
              <a:defRPr sz="1950" b="0">
                <a:solidFill>
                  <a:srgbClr val="52677A"/>
                </a:solidFill>
                <a:latin typeface="Nimbus Sans"/>
                <a:ea typeface="Nimbus Sans"/>
                <a:cs typeface="Nimbus Sans"/>
              </a:defRPr>
            </a:pPr>
            <a:r>
              <a:rPr sz="1950" b="0">
                <a:solidFill>
                  <a:srgbClr val="52677A"/>
                </a:solidFill>
                <a:latin typeface="Nimbus Sans"/>
                <a:ea typeface="Nimbus Sans"/>
                <a:cs typeface="Nimbus Sans"/>
              </a:rPr>
              <a:t>Privacy and site access</a:t>
            </a:r>
          </a:p>
        </p:txBody>
      </p:sp>
      <p:sp>
        <p:nvSpPr>
          <p:cNvPr id="35" name="text-29">
            <a:extLst xmlns:a="http://schemas.openxmlformats.org/drawingml/2006/main">
              <a:ext uri="{FF2B5EF4-FFF2-40B4-BE49-F238E27FC236}">
                <a16:creationId xmlns:a16="http://schemas.microsoft.com/office/drawing/2014/main" id="{05EE244E-98E2-45FC-8E68-9E6608A0D667}"/>
              </a:ext>
            </a:extLst>
          </p:cNvPr>
          <p:cNvSpPr>
            <a:spLocks xmlns:a="http://schemas.openxmlformats.org/drawingml/2006/main" noGrp="1"/>
          </p:cNvSpPr>
          <p:nvPr/>
        </p:nvSpPr>
        <p:spPr>
          <a:xfrm xmlns:a="http://schemas.openxmlformats.org/drawingml/2006/main">
            <a:off x="8572500" y="4819650"/>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73B5E"/>
                </a:solidFill>
                <a:latin typeface="Nimbus Sans"/>
                <a:ea typeface="Nimbus Sans"/>
                <a:cs typeface="Nimbus Sans"/>
              </a:defRPr>
            </a:defPPr>
            <a:lvl1pPr>
              <a:buNone/>
              <a:defRPr sz="2250" b="1">
                <a:solidFill>
                  <a:srgbClr val="173B5E"/>
                </a:solidFill>
                <a:latin typeface="Nimbus Sans"/>
                <a:ea typeface="Nimbus Sans"/>
                <a:cs typeface="Nimbus Sans"/>
              </a:defRPr>
            </a:lvl1pPr>
            <a:lvl2pPr>
              <a:buNone/>
              <a:defRPr sz="2250" b="1">
                <a:solidFill>
                  <a:srgbClr val="173B5E"/>
                </a:solidFill>
                <a:latin typeface="Nimbus Sans"/>
                <a:ea typeface="Nimbus Sans"/>
                <a:cs typeface="Nimbus Sans"/>
              </a:defRPr>
            </a:lvl2pPr>
            <a:lvl3pPr>
              <a:buNone/>
              <a:defRPr sz="2250" b="1">
                <a:solidFill>
                  <a:srgbClr val="173B5E"/>
                </a:solidFill>
                <a:latin typeface="Nimbus Sans"/>
                <a:ea typeface="Nimbus Sans"/>
                <a:cs typeface="Nimbus Sans"/>
              </a:defRPr>
            </a:lvl3pPr>
            <a:lvl4pPr>
              <a:buNone/>
              <a:defRPr sz="2250" b="1">
                <a:solidFill>
                  <a:srgbClr val="173B5E"/>
                </a:solidFill>
                <a:latin typeface="Nimbus Sans"/>
                <a:ea typeface="Nimbus Sans"/>
                <a:cs typeface="Nimbus Sans"/>
              </a:defRPr>
            </a:lvl4pPr>
            <a:lvl5pPr>
              <a:buNone/>
              <a:defRPr sz="2250" b="1">
                <a:solidFill>
                  <a:srgbClr val="173B5E"/>
                </a:solidFill>
                <a:latin typeface="Nimbus Sans"/>
                <a:ea typeface="Nimbus Sans"/>
                <a:cs typeface="Nimbus Sans"/>
              </a:defRPr>
            </a:lvl5pPr>
            <a:lvl6pPr>
              <a:buNone/>
              <a:defRPr sz="2250" b="1">
                <a:solidFill>
                  <a:srgbClr val="173B5E"/>
                </a:solidFill>
                <a:latin typeface="Nimbus Sans"/>
                <a:ea typeface="Nimbus Sans"/>
                <a:cs typeface="Nimbus Sans"/>
              </a:defRPr>
            </a:lvl6pPr>
            <a:lvl7pPr>
              <a:buNone/>
              <a:defRPr sz="2250" b="1">
                <a:solidFill>
                  <a:srgbClr val="173B5E"/>
                </a:solidFill>
                <a:latin typeface="Nimbus Sans"/>
                <a:ea typeface="Nimbus Sans"/>
                <a:cs typeface="Nimbus Sans"/>
              </a:defRPr>
            </a:lvl7pPr>
            <a:lvl8pPr>
              <a:buNone/>
              <a:defRPr sz="2250" b="1">
                <a:solidFill>
                  <a:srgbClr val="173B5E"/>
                </a:solidFill>
                <a:latin typeface="Nimbus Sans"/>
                <a:ea typeface="Nimbus Sans"/>
                <a:cs typeface="Nimbus Sans"/>
              </a:defRPr>
            </a:lvl8pPr>
            <a:lvl9pPr>
              <a:buNone/>
              <a:defRPr sz="2250" b="1">
                <a:solidFill>
                  <a:srgbClr val="173B5E"/>
                </a:solidFill>
                <a:latin typeface="Nimbus Sans"/>
                <a:ea typeface="Nimbus Sans"/>
                <a:cs typeface="Nimbus Sans"/>
              </a:defRPr>
            </a:lvl9pPr>
          </a:lstStyle>
          <a:p xmlns:a="http://schemas.openxmlformats.org/drawingml/2006/main">
            <a:pPr>
              <a:buNone/>
              <a:defRPr sz="2250" b="1">
                <a:solidFill>
                  <a:srgbClr val="173B5E"/>
                </a:solidFill>
                <a:latin typeface="Nimbus Sans"/>
                <a:ea typeface="Nimbus Sans"/>
                <a:cs typeface="Nimbus Sans"/>
              </a:defRPr>
            </a:pPr>
            <a:r>
              <a:rPr sz="2250" b="1">
                <a:solidFill>
                  <a:srgbClr val="173B5E"/>
                </a:solidFill>
                <a:latin typeface="Nimbus Sans"/>
                <a:ea typeface="Nimbus Sans"/>
                <a:cs typeface="Nimbus Sans"/>
              </a:rPr>
              <a:t>Consult and involve</a:t>
            </a:r>
          </a:p>
        </p:txBody>
      </p:sp>
      <p:pic>
        <p:nvPicPr>
          <p:cNvPr id="36" name="">
            <a:extLst xmlns:a="http://schemas.openxmlformats.org/drawingml/2006/main">
              <a:ext uri="{FF2B5EF4-FFF2-40B4-BE49-F238E27FC236}">
                <a16:creationId xmlns:a16="http://schemas.microsoft.com/office/drawing/2014/main" id="{28FC8FCA-58E5-47FC-8C7E-F05832000EAD}"/>
              </a:ext>
            </a:extLst>
          </p:cNvPr>
          <p:cNvPicPr>
            <a:picLocks xmlns:a="http://schemas.openxmlformats.org/drawingml/2006/main" noChangeAspect="1"/>
          </p:cNvPicPr>
          <p:nvPr/>
        </p:nvPicPr>
        <p:blipFill>
          <a:blip xmlns:r="http://schemas.openxmlformats.org/officeDocument/2006/relationships" xmlns:a="http://schemas.openxmlformats.org/drawingml/2006/main" r:embed="Re944e621484b4e44">
            <a:extLst>
              <a:ext uri="{96DAC541-7B7A-43D3-8B79-37D633B846F1}">
                <asvg:svgBlip xmlns:asvg="http://schemas.microsoft.com/office/drawing/2016/SVG/main" r:embed="Re795a8f3f6c84049"/>
              </a:ext>
            </a:extLst>
          </a:blip>
          <a:stretch xmlns:a="http://schemas.openxmlformats.org/drawingml/2006/main"/>
        </p:blipFill>
        <p:spPr>
          <a:xfrm xmlns:a="http://schemas.openxmlformats.org/drawingml/2006/main">
            <a:off x="8629650" y="5362575"/>
            <a:ext cx="381000" cy="381000"/>
          </a:xfrm>
          <a:prstGeom xmlns:a="http://schemas.openxmlformats.org/drawingml/2006/main" prst="rect">
            <a:avLst/>
          </a:prstGeom>
        </p:spPr>
      </p:pic>
      <p:sp>
        <p:nvSpPr>
          <p:cNvPr id="37" name="text-30">
            <a:extLst xmlns:a="http://schemas.openxmlformats.org/drawingml/2006/main">
              <a:ext uri="{FF2B5EF4-FFF2-40B4-BE49-F238E27FC236}">
                <a16:creationId xmlns:a16="http://schemas.microsoft.com/office/drawing/2014/main" id="{4068B058-A4B7-4AEB-854D-BFFB20594329}"/>
              </a:ext>
            </a:extLst>
          </p:cNvPr>
          <p:cNvSpPr>
            <a:spLocks xmlns:a="http://schemas.openxmlformats.org/drawingml/2006/main" noGrp="1"/>
          </p:cNvSpPr>
          <p:nvPr/>
        </p:nvSpPr>
        <p:spPr>
          <a:xfrm xmlns:a="http://schemas.openxmlformats.org/drawingml/2006/main">
            <a:off x="9201150" y="5381625"/>
            <a:ext cx="5238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73B5E"/>
                </a:solidFill>
                <a:latin typeface="Nimbus Sans"/>
                <a:ea typeface="Nimbus Sans"/>
                <a:cs typeface="Nimbus Sans"/>
              </a:defRPr>
            </a:defPPr>
            <a:lvl1pPr>
              <a:buNone/>
              <a:defRPr sz="2025" b="1">
                <a:solidFill>
                  <a:srgbClr val="173B5E"/>
                </a:solidFill>
                <a:latin typeface="Nimbus Sans"/>
                <a:ea typeface="Nimbus Sans"/>
                <a:cs typeface="Nimbus Sans"/>
              </a:defRPr>
            </a:lvl1pPr>
            <a:lvl2pPr>
              <a:buNone/>
              <a:defRPr sz="2025" b="1">
                <a:solidFill>
                  <a:srgbClr val="173B5E"/>
                </a:solidFill>
                <a:latin typeface="Nimbus Sans"/>
                <a:ea typeface="Nimbus Sans"/>
                <a:cs typeface="Nimbus Sans"/>
              </a:defRPr>
            </a:lvl2pPr>
            <a:lvl3pPr>
              <a:buNone/>
              <a:defRPr sz="2025" b="1">
                <a:solidFill>
                  <a:srgbClr val="173B5E"/>
                </a:solidFill>
                <a:latin typeface="Nimbus Sans"/>
                <a:ea typeface="Nimbus Sans"/>
                <a:cs typeface="Nimbus Sans"/>
              </a:defRPr>
            </a:lvl3pPr>
            <a:lvl4pPr>
              <a:buNone/>
              <a:defRPr sz="2025" b="1">
                <a:solidFill>
                  <a:srgbClr val="173B5E"/>
                </a:solidFill>
                <a:latin typeface="Nimbus Sans"/>
                <a:ea typeface="Nimbus Sans"/>
                <a:cs typeface="Nimbus Sans"/>
              </a:defRPr>
            </a:lvl4pPr>
            <a:lvl5pPr>
              <a:buNone/>
              <a:defRPr sz="2025" b="1">
                <a:solidFill>
                  <a:srgbClr val="173B5E"/>
                </a:solidFill>
                <a:latin typeface="Nimbus Sans"/>
                <a:ea typeface="Nimbus Sans"/>
                <a:cs typeface="Nimbus Sans"/>
              </a:defRPr>
            </a:lvl5pPr>
            <a:lvl6pPr>
              <a:buNone/>
              <a:defRPr sz="2025" b="1">
                <a:solidFill>
                  <a:srgbClr val="173B5E"/>
                </a:solidFill>
                <a:latin typeface="Nimbus Sans"/>
                <a:ea typeface="Nimbus Sans"/>
                <a:cs typeface="Nimbus Sans"/>
              </a:defRPr>
            </a:lvl6pPr>
            <a:lvl7pPr>
              <a:buNone/>
              <a:defRPr sz="2025" b="1">
                <a:solidFill>
                  <a:srgbClr val="173B5E"/>
                </a:solidFill>
                <a:latin typeface="Nimbus Sans"/>
                <a:ea typeface="Nimbus Sans"/>
                <a:cs typeface="Nimbus Sans"/>
              </a:defRPr>
            </a:lvl7pPr>
            <a:lvl8pPr>
              <a:buNone/>
              <a:defRPr sz="2025" b="1">
                <a:solidFill>
                  <a:srgbClr val="173B5E"/>
                </a:solidFill>
                <a:latin typeface="Nimbus Sans"/>
                <a:ea typeface="Nimbus Sans"/>
                <a:cs typeface="Nimbus Sans"/>
              </a:defRPr>
            </a:lvl8pPr>
            <a:lvl9pPr>
              <a:buNone/>
              <a:defRPr sz="2025" b="1">
                <a:solidFill>
                  <a:srgbClr val="173B5E"/>
                </a:solidFill>
                <a:latin typeface="Nimbus Sans"/>
                <a:ea typeface="Nimbus Sans"/>
                <a:cs typeface="Nimbus Sans"/>
              </a:defRPr>
            </a:lvl9pPr>
          </a:lstStyle>
          <a:p xmlns:a="http://schemas.openxmlformats.org/drawingml/2006/main">
            <a:pPr>
              <a:buNone/>
              <a:defRPr sz="2025" b="1">
                <a:solidFill>
                  <a:srgbClr val="173B5E"/>
                </a:solidFill>
                <a:latin typeface="Nimbus Sans"/>
                <a:ea typeface="Nimbus Sans"/>
                <a:cs typeface="Nimbus Sans"/>
              </a:defRPr>
            </a:pPr>
            <a:r>
              <a:rPr sz="2025" b="1">
                <a:solidFill>
                  <a:srgbClr val="173B5E"/>
                </a:solidFill>
                <a:latin typeface="Nimbus Sans"/>
                <a:ea typeface="Nimbus Sans"/>
                <a:cs typeface="Nimbus Sans"/>
              </a:rPr>
              <a:t>Security operations user</a:t>
            </a:r>
          </a:p>
        </p:txBody>
      </p:sp>
      <p:pic>
        <p:nvPicPr>
          <p:cNvPr id="38" name="">
            <a:extLst xmlns:a="http://schemas.openxmlformats.org/drawingml/2006/main">
              <a:ext uri="{FF2B5EF4-FFF2-40B4-BE49-F238E27FC236}">
                <a16:creationId xmlns:a16="http://schemas.microsoft.com/office/drawing/2014/main" id="{B265DDC9-CF49-4523-95C6-5CE260CD6F3E}"/>
              </a:ext>
            </a:extLst>
          </p:cNvPr>
          <p:cNvPicPr>
            <a:picLocks xmlns:a="http://schemas.openxmlformats.org/drawingml/2006/main" noChangeAspect="1"/>
          </p:cNvPicPr>
          <p:nvPr/>
        </p:nvPicPr>
        <p:blipFill>
          <a:blip xmlns:r="http://schemas.openxmlformats.org/officeDocument/2006/relationships" xmlns:a="http://schemas.openxmlformats.org/drawingml/2006/main" r:embed="R30906f21349244c4">
            <a:extLst>
              <a:ext uri="{96DAC541-7B7A-43D3-8B79-37D633B846F1}">
                <asvg:svgBlip xmlns:asvg="http://schemas.microsoft.com/office/drawing/2016/SVG/main" r:embed="R3b19dab6abbf4dec"/>
              </a:ext>
            </a:extLst>
          </a:blip>
          <a:stretch xmlns:a="http://schemas.openxmlformats.org/drawingml/2006/main"/>
        </p:blipFill>
        <p:spPr>
          <a:xfrm xmlns:a="http://schemas.openxmlformats.org/drawingml/2006/main">
            <a:off x="8629650" y="5848350"/>
            <a:ext cx="381000" cy="381000"/>
          </a:xfrm>
          <a:prstGeom xmlns:a="http://schemas.openxmlformats.org/drawingml/2006/main" prst="rect">
            <a:avLst/>
          </a:prstGeom>
        </p:spPr>
      </p:pic>
      <p:sp>
        <p:nvSpPr>
          <p:cNvPr id="39" name="text-31">
            <a:extLst xmlns:a="http://schemas.openxmlformats.org/drawingml/2006/main">
              <a:ext uri="{FF2B5EF4-FFF2-40B4-BE49-F238E27FC236}">
                <a16:creationId xmlns:a16="http://schemas.microsoft.com/office/drawing/2014/main" id="{7B1BF977-A6E5-460C-B814-351B1B4F8FB1}"/>
              </a:ext>
            </a:extLst>
          </p:cNvPr>
          <p:cNvSpPr>
            <a:spLocks xmlns:a="http://schemas.openxmlformats.org/drawingml/2006/main" noGrp="1"/>
          </p:cNvSpPr>
          <p:nvPr/>
        </p:nvSpPr>
        <p:spPr>
          <a:xfrm xmlns:a="http://schemas.openxmlformats.org/drawingml/2006/main">
            <a:off x="9201150" y="5867400"/>
            <a:ext cx="5238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73B5E"/>
                </a:solidFill>
                <a:latin typeface="Nimbus Sans"/>
                <a:ea typeface="Nimbus Sans"/>
                <a:cs typeface="Nimbus Sans"/>
              </a:defRPr>
            </a:defPPr>
            <a:lvl1pPr>
              <a:buNone/>
              <a:defRPr sz="2025" b="1">
                <a:solidFill>
                  <a:srgbClr val="173B5E"/>
                </a:solidFill>
                <a:latin typeface="Nimbus Sans"/>
                <a:ea typeface="Nimbus Sans"/>
                <a:cs typeface="Nimbus Sans"/>
              </a:defRPr>
            </a:lvl1pPr>
            <a:lvl2pPr>
              <a:buNone/>
              <a:defRPr sz="2025" b="1">
                <a:solidFill>
                  <a:srgbClr val="173B5E"/>
                </a:solidFill>
                <a:latin typeface="Nimbus Sans"/>
                <a:ea typeface="Nimbus Sans"/>
                <a:cs typeface="Nimbus Sans"/>
              </a:defRPr>
            </a:lvl2pPr>
            <a:lvl3pPr>
              <a:buNone/>
              <a:defRPr sz="2025" b="1">
                <a:solidFill>
                  <a:srgbClr val="173B5E"/>
                </a:solidFill>
                <a:latin typeface="Nimbus Sans"/>
                <a:ea typeface="Nimbus Sans"/>
                <a:cs typeface="Nimbus Sans"/>
              </a:defRPr>
            </a:lvl3pPr>
            <a:lvl4pPr>
              <a:buNone/>
              <a:defRPr sz="2025" b="1">
                <a:solidFill>
                  <a:srgbClr val="173B5E"/>
                </a:solidFill>
                <a:latin typeface="Nimbus Sans"/>
                <a:ea typeface="Nimbus Sans"/>
                <a:cs typeface="Nimbus Sans"/>
              </a:defRPr>
            </a:lvl4pPr>
            <a:lvl5pPr>
              <a:buNone/>
              <a:defRPr sz="2025" b="1">
                <a:solidFill>
                  <a:srgbClr val="173B5E"/>
                </a:solidFill>
                <a:latin typeface="Nimbus Sans"/>
                <a:ea typeface="Nimbus Sans"/>
                <a:cs typeface="Nimbus Sans"/>
              </a:defRPr>
            </a:lvl5pPr>
            <a:lvl6pPr>
              <a:buNone/>
              <a:defRPr sz="2025" b="1">
                <a:solidFill>
                  <a:srgbClr val="173B5E"/>
                </a:solidFill>
                <a:latin typeface="Nimbus Sans"/>
                <a:ea typeface="Nimbus Sans"/>
                <a:cs typeface="Nimbus Sans"/>
              </a:defRPr>
            </a:lvl6pPr>
            <a:lvl7pPr>
              <a:buNone/>
              <a:defRPr sz="2025" b="1">
                <a:solidFill>
                  <a:srgbClr val="173B5E"/>
                </a:solidFill>
                <a:latin typeface="Nimbus Sans"/>
                <a:ea typeface="Nimbus Sans"/>
                <a:cs typeface="Nimbus Sans"/>
              </a:defRPr>
            </a:lvl7pPr>
            <a:lvl8pPr>
              <a:buNone/>
              <a:defRPr sz="2025" b="1">
                <a:solidFill>
                  <a:srgbClr val="173B5E"/>
                </a:solidFill>
                <a:latin typeface="Nimbus Sans"/>
                <a:ea typeface="Nimbus Sans"/>
                <a:cs typeface="Nimbus Sans"/>
              </a:defRPr>
            </a:lvl8pPr>
            <a:lvl9pPr>
              <a:buNone/>
              <a:defRPr sz="2025" b="1">
                <a:solidFill>
                  <a:srgbClr val="173B5E"/>
                </a:solidFill>
                <a:latin typeface="Nimbus Sans"/>
                <a:ea typeface="Nimbus Sans"/>
                <a:cs typeface="Nimbus Sans"/>
              </a:defRPr>
            </a:lvl9pPr>
          </a:lstStyle>
          <a:p xmlns:a="http://schemas.openxmlformats.org/drawingml/2006/main">
            <a:pPr>
              <a:buNone/>
              <a:defRPr sz="2025" b="1">
                <a:solidFill>
                  <a:srgbClr val="173B5E"/>
                </a:solidFill>
                <a:latin typeface="Nimbus Sans"/>
                <a:ea typeface="Nimbus Sans"/>
                <a:cs typeface="Nimbus Sans"/>
              </a:defRPr>
            </a:pPr>
            <a:r>
              <a:rPr sz="2025" b="1">
                <a:solidFill>
                  <a:srgbClr val="173B5E"/>
                </a:solidFill>
                <a:latin typeface="Nimbus Sans"/>
                <a:ea typeface="Nimbus Sans"/>
                <a:cs typeface="Nimbus Sans"/>
              </a:rPr>
              <a:t>InGen sales / partnerships</a:t>
            </a:r>
          </a:p>
        </p:txBody>
      </p:sp>
      <p:pic>
        <p:nvPicPr>
          <p:cNvPr id="40" name="">
            <a:extLst xmlns:a="http://schemas.openxmlformats.org/drawingml/2006/main">
              <a:ext uri="{FF2B5EF4-FFF2-40B4-BE49-F238E27FC236}">
                <a16:creationId xmlns:a16="http://schemas.microsoft.com/office/drawing/2014/main" id="{C0D70248-BD26-4FD2-A787-73849FB07CE5}"/>
              </a:ext>
            </a:extLst>
          </p:cNvPr>
          <p:cNvPicPr>
            <a:picLocks xmlns:a="http://schemas.openxmlformats.org/drawingml/2006/main" noChangeAspect="1"/>
          </p:cNvPicPr>
          <p:nvPr/>
        </p:nvPicPr>
        <p:blipFill>
          <a:blip xmlns:r="http://schemas.openxmlformats.org/officeDocument/2006/relationships" xmlns:a="http://schemas.openxmlformats.org/drawingml/2006/main" r:embed="R63693f4eeed04390">
            <a:extLst>
              <a:ext uri="{96DAC541-7B7A-43D3-8B79-37D633B846F1}">
                <asvg:svgBlip xmlns:asvg="http://schemas.microsoft.com/office/drawing/2016/SVG/main" r:embed="R6bfd2636ef064fa0"/>
              </a:ext>
            </a:extLst>
          </a:blip>
          <a:stretch xmlns:a="http://schemas.openxmlformats.org/drawingml/2006/main"/>
        </p:blipFill>
        <p:spPr>
          <a:xfrm xmlns:a="http://schemas.openxmlformats.org/drawingml/2006/main">
            <a:off x="8629650" y="6334125"/>
            <a:ext cx="381000" cy="381000"/>
          </a:xfrm>
          <a:prstGeom xmlns:a="http://schemas.openxmlformats.org/drawingml/2006/main" prst="rect">
            <a:avLst/>
          </a:prstGeom>
        </p:spPr>
      </p:pic>
      <p:sp>
        <p:nvSpPr>
          <p:cNvPr id="41" name="text-32">
            <a:extLst xmlns:a="http://schemas.openxmlformats.org/drawingml/2006/main">
              <a:ext uri="{FF2B5EF4-FFF2-40B4-BE49-F238E27FC236}">
                <a16:creationId xmlns:a16="http://schemas.microsoft.com/office/drawing/2014/main" id="{D9C59146-544D-49FE-93A9-E08385FB3EC5}"/>
              </a:ext>
            </a:extLst>
          </p:cNvPr>
          <p:cNvSpPr>
            <a:spLocks xmlns:a="http://schemas.openxmlformats.org/drawingml/2006/main" noGrp="1"/>
          </p:cNvSpPr>
          <p:nvPr/>
        </p:nvSpPr>
        <p:spPr>
          <a:xfrm xmlns:a="http://schemas.openxmlformats.org/drawingml/2006/main">
            <a:off x="9201150" y="6353175"/>
            <a:ext cx="5238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73B5E"/>
                </a:solidFill>
                <a:latin typeface="Nimbus Sans"/>
                <a:ea typeface="Nimbus Sans"/>
                <a:cs typeface="Nimbus Sans"/>
              </a:defRPr>
            </a:defPPr>
            <a:lvl1pPr>
              <a:buNone/>
              <a:defRPr sz="2025" b="0">
                <a:solidFill>
                  <a:srgbClr val="173B5E"/>
                </a:solidFill>
                <a:latin typeface="Nimbus Sans"/>
                <a:ea typeface="Nimbus Sans"/>
                <a:cs typeface="Nimbus Sans"/>
              </a:defRPr>
            </a:lvl1pPr>
            <a:lvl2pPr>
              <a:buNone/>
              <a:defRPr sz="2025" b="0">
                <a:solidFill>
                  <a:srgbClr val="173B5E"/>
                </a:solidFill>
                <a:latin typeface="Nimbus Sans"/>
                <a:ea typeface="Nimbus Sans"/>
                <a:cs typeface="Nimbus Sans"/>
              </a:defRPr>
            </a:lvl2pPr>
            <a:lvl3pPr>
              <a:buNone/>
              <a:defRPr sz="2025" b="0">
                <a:solidFill>
                  <a:srgbClr val="173B5E"/>
                </a:solidFill>
                <a:latin typeface="Nimbus Sans"/>
                <a:ea typeface="Nimbus Sans"/>
                <a:cs typeface="Nimbus Sans"/>
              </a:defRPr>
            </a:lvl3pPr>
            <a:lvl4pPr>
              <a:buNone/>
              <a:defRPr sz="2025" b="0">
                <a:solidFill>
                  <a:srgbClr val="173B5E"/>
                </a:solidFill>
                <a:latin typeface="Nimbus Sans"/>
                <a:ea typeface="Nimbus Sans"/>
                <a:cs typeface="Nimbus Sans"/>
              </a:defRPr>
            </a:lvl4pPr>
            <a:lvl5pPr>
              <a:buNone/>
              <a:defRPr sz="2025" b="0">
                <a:solidFill>
                  <a:srgbClr val="173B5E"/>
                </a:solidFill>
                <a:latin typeface="Nimbus Sans"/>
                <a:ea typeface="Nimbus Sans"/>
                <a:cs typeface="Nimbus Sans"/>
              </a:defRPr>
            </a:lvl5pPr>
            <a:lvl6pPr>
              <a:buNone/>
              <a:defRPr sz="2025" b="0">
                <a:solidFill>
                  <a:srgbClr val="173B5E"/>
                </a:solidFill>
                <a:latin typeface="Nimbus Sans"/>
                <a:ea typeface="Nimbus Sans"/>
                <a:cs typeface="Nimbus Sans"/>
              </a:defRPr>
            </a:lvl6pPr>
            <a:lvl7pPr>
              <a:buNone/>
              <a:defRPr sz="2025" b="0">
                <a:solidFill>
                  <a:srgbClr val="173B5E"/>
                </a:solidFill>
                <a:latin typeface="Nimbus Sans"/>
                <a:ea typeface="Nimbus Sans"/>
                <a:cs typeface="Nimbus Sans"/>
              </a:defRPr>
            </a:lvl7pPr>
            <a:lvl8pPr>
              <a:buNone/>
              <a:defRPr sz="2025" b="0">
                <a:solidFill>
                  <a:srgbClr val="173B5E"/>
                </a:solidFill>
                <a:latin typeface="Nimbus Sans"/>
                <a:ea typeface="Nimbus Sans"/>
                <a:cs typeface="Nimbus Sans"/>
              </a:defRPr>
            </a:lvl8pPr>
            <a:lvl9pPr>
              <a:buNone/>
              <a:defRPr sz="2025" b="0">
                <a:solidFill>
                  <a:srgbClr val="173B5E"/>
                </a:solidFill>
                <a:latin typeface="Nimbus Sans"/>
                <a:ea typeface="Nimbus Sans"/>
                <a:cs typeface="Nimbus Sans"/>
              </a:defRPr>
            </a:lvl9pPr>
          </a:lstStyle>
          <a:p xmlns:a="http://schemas.openxmlformats.org/drawingml/2006/main">
            <a:pPr>
              <a:buNone/>
              <a:defRPr sz="2025" b="0">
                <a:solidFill>
                  <a:srgbClr val="173B5E"/>
                </a:solidFill>
                <a:latin typeface="Nimbus Sans"/>
                <a:ea typeface="Nimbus Sans"/>
                <a:cs typeface="Nimbus Sans"/>
              </a:defRPr>
            </a:pPr>
            <a:r>
              <a:rPr sz="2025" b="0">
                <a:solidFill>
                  <a:srgbClr val="173B5E"/>
                </a:solidFill>
                <a:latin typeface="Nimbus Sans"/>
                <a:ea typeface="Nimbus Sans"/>
                <a:cs typeface="Nimbus Sans"/>
              </a:rPr>
              <a:t>Candidate service partner</a:t>
            </a:r>
          </a:p>
        </p:txBody>
      </p:sp>
      <p:sp>
        <p:nvSpPr>
          <p:cNvPr id="42" name="text-33">
            <a:extLst xmlns:a="http://schemas.openxmlformats.org/drawingml/2006/main">
              <a:ext uri="{FF2B5EF4-FFF2-40B4-BE49-F238E27FC236}">
                <a16:creationId xmlns:a16="http://schemas.microsoft.com/office/drawing/2014/main" id="{D8CA2A1A-9740-428F-8EAB-2825718357E2}"/>
              </a:ext>
            </a:extLst>
          </p:cNvPr>
          <p:cNvSpPr>
            <a:spLocks xmlns:a="http://schemas.openxmlformats.org/drawingml/2006/main" noGrp="1"/>
          </p:cNvSpPr>
          <p:nvPr/>
        </p:nvSpPr>
        <p:spPr>
          <a:xfrm xmlns:a="http://schemas.openxmlformats.org/drawingml/2006/main">
            <a:off x="571500" y="7143750"/>
            <a:ext cx="14097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82C40"/>
                </a:solidFill>
                <a:latin typeface="Nimbus Sans"/>
                <a:ea typeface="Nimbus Sans"/>
                <a:cs typeface="Nimbus Sans"/>
              </a:defRPr>
            </a:defPPr>
            <a:lvl1pPr>
              <a:buNone/>
              <a:defRPr sz="1725" b="0">
                <a:solidFill>
                  <a:srgbClr val="182C40"/>
                </a:solidFill>
                <a:latin typeface="Nimbus Sans"/>
                <a:ea typeface="Nimbus Sans"/>
                <a:cs typeface="Nimbus Sans"/>
              </a:defRPr>
            </a:lvl1pPr>
            <a:lvl2pPr>
              <a:buNone/>
              <a:defRPr sz="1725" b="0">
                <a:solidFill>
                  <a:srgbClr val="182C40"/>
                </a:solidFill>
                <a:latin typeface="Nimbus Sans"/>
                <a:ea typeface="Nimbus Sans"/>
                <a:cs typeface="Nimbus Sans"/>
              </a:defRPr>
            </a:lvl2pPr>
            <a:lvl3pPr>
              <a:buNone/>
              <a:defRPr sz="1725" b="0">
                <a:solidFill>
                  <a:srgbClr val="182C40"/>
                </a:solidFill>
                <a:latin typeface="Nimbus Sans"/>
                <a:ea typeface="Nimbus Sans"/>
                <a:cs typeface="Nimbus Sans"/>
              </a:defRPr>
            </a:lvl3pPr>
            <a:lvl4pPr>
              <a:buNone/>
              <a:defRPr sz="1725" b="0">
                <a:solidFill>
                  <a:srgbClr val="182C40"/>
                </a:solidFill>
                <a:latin typeface="Nimbus Sans"/>
                <a:ea typeface="Nimbus Sans"/>
                <a:cs typeface="Nimbus Sans"/>
              </a:defRPr>
            </a:lvl4pPr>
            <a:lvl5pPr>
              <a:buNone/>
              <a:defRPr sz="1725" b="0">
                <a:solidFill>
                  <a:srgbClr val="182C40"/>
                </a:solidFill>
                <a:latin typeface="Nimbus Sans"/>
                <a:ea typeface="Nimbus Sans"/>
                <a:cs typeface="Nimbus Sans"/>
              </a:defRPr>
            </a:lvl5pPr>
            <a:lvl6pPr>
              <a:buNone/>
              <a:defRPr sz="1725" b="0">
                <a:solidFill>
                  <a:srgbClr val="182C40"/>
                </a:solidFill>
                <a:latin typeface="Nimbus Sans"/>
                <a:ea typeface="Nimbus Sans"/>
                <a:cs typeface="Nimbus Sans"/>
              </a:defRPr>
            </a:lvl6pPr>
            <a:lvl7pPr>
              <a:buNone/>
              <a:defRPr sz="1725" b="0">
                <a:solidFill>
                  <a:srgbClr val="182C40"/>
                </a:solidFill>
                <a:latin typeface="Nimbus Sans"/>
                <a:ea typeface="Nimbus Sans"/>
                <a:cs typeface="Nimbus Sans"/>
              </a:defRPr>
            </a:lvl7pPr>
            <a:lvl8pPr>
              <a:buNone/>
              <a:defRPr sz="1725" b="0">
                <a:solidFill>
                  <a:srgbClr val="182C40"/>
                </a:solidFill>
                <a:latin typeface="Nimbus Sans"/>
                <a:ea typeface="Nimbus Sans"/>
                <a:cs typeface="Nimbus Sans"/>
              </a:defRPr>
            </a:lvl8pPr>
            <a:lvl9pPr>
              <a:buNone/>
              <a:defRPr sz="1725" b="0">
                <a:solidFill>
                  <a:srgbClr val="182C40"/>
                </a:solidFill>
                <a:latin typeface="Nimbus Sans"/>
                <a:ea typeface="Nimbus Sans"/>
                <a:cs typeface="Nimbus Sans"/>
              </a:defRPr>
            </a:lvl9pPr>
          </a:lstStyle>
          <a:p xmlns:a="http://schemas.openxmlformats.org/drawingml/2006/main">
            <a:pPr>
              <a:buNone/>
              <a:defRPr sz="1725" b="0">
                <a:solidFill>
                  <a:srgbClr val="182C40"/>
                </a:solidFill>
                <a:latin typeface="Nimbus Sans"/>
                <a:ea typeface="Nimbus Sans"/>
                <a:cs typeface="Nimbus Sans"/>
              </a:defRPr>
            </a:pPr>
            <a:r>
              <a:rPr sz="1725" b="0">
                <a:solidFill>
                  <a:srgbClr val="182C40"/>
                </a:solidFill>
                <a:latin typeface="Nimbus Sans"/>
                <a:ea typeface="Nimbus Sans"/>
                <a:cs typeface="Nimbus Sans"/>
              </a:rPr>
              <a:t>Power reflects the ability to fund, approve or block the proposed pilot. Leadership, the buyer and engineering shape resource, purchase and readiness decisions. Users and sales influence adoption. Reassess positions as site approvals and partner responsibilities become clearer.</a:t>
            </a:r>
          </a:p>
        </p:txBody>
      </p:sp>
    </p:spTree>
    <p:extLst>
      <p:ext uri="{BB962C8B-B14F-4D97-AF65-F5344CB8AC3E}">
        <p14:creationId xmlns:p14="http://schemas.microsoft.com/office/powerpoint/2010/main" val="11674737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2" name="">
            <a:extLst xmlns:a="http://schemas.openxmlformats.org/drawingml/2006/main">
              <a:ext uri="{FF2B5EF4-FFF2-40B4-BE49-F238E27FC236}">
                <a16:creationId xmlns:a16="http://schemas.microsoft.com/office/drawing/2014/main" id="{430DF66D-FD0E-42EC-A337-08711C9F4288}"/>
              </a:ext>
            </a:extLst>
          </p:cNvPr>
          <p:cNvCxnSpPr>
            <a:stCxn xmlns:a="http://schemas.openxmlformats.org/drawingml/2006/main" id="31" idx="0"/>
            <a:endCxn xmlns:a="http://schemas.openxmlformats.org/drawingml/2006/main" id="6" idx="2"/>
          </p:cNvCxnSpPr>
          <p:nvPr/>
        </p:nvCxnSpPr>
        <p:spPr>
          <a:xfrm xmlns:a="http://schemas.openxmlformats.org/drawingml/2006/main" flipH="1" flipV="1">
            <a:off x="7620000" y="4686300"/>
            <a:ext cx="190500" cy="1123950"/>
          </a:xfrm>
          <a:prstGeom xmlns:a="http://schemas.openxmlformats.org/drawingml/2006/main" prst="bentConnector4">
            <a:avLst>
              <a:gd name="adj1" fmla="val 0"/>
              <a:gd name="adj2" fmla="val 50000"/>
            </a:avLst>
          </a:prstGeom>
          <a:ln xmlns:a="http://schemas.openxmlformats.org/drawingml/2006/main" w="19050">
            <a:solidFill>
              <a:srgbClr val="C8D5DF"/>
            </a:solidFill>
            <a:prstDash val="solid"/>
          </a:ln>
        </p:spPr>
      </p:cxnSp>
      <p:cxnSp>
        <p:nvCxnSpPr>
          <p:cNvPr id="26" name="">
            <a:extLst xmlns:a="http://schemas.openxmlformats.org/drawingml/2006/main">
              <a:ext uri="{FF2B5EF4-FFF2-40B4-BE49-F238E27FC236}">
                <a16:creationId xmlns:a16="http://schemas.microsoft.com/office/drawing/2014/main" id="{96A1A5DF-94F3-4A1D-ACFE-A7C5095111F1}"/>
              </a:ext>
            </a:extLst>
          </p:cNvPr>
          <p:cNvCxnSpPr>
            <a:stCxn xmlns:a="http://schemas.openxmlformats.org/drawingml/2006/main" id="25" idx="1"/>
            <a:endCxn xmlns:a="http://schemas.openxmlformats.org/drawingml/2006/main" id="6" idx="3"/>
          </p:cNvCxnSpPr>
          <p:nvPr/>
        </p:nvCxnSpPr>
        <p:spPr>
          <a:xfrm xmlns:a="http://schemas.openxmlformats.org/drawingml/2006/main" flipH="1" flipV="1">
            <a:off x="9048750" y="4038600"/>
            <a:ext cx="1238250" cy="1285875"/>
          </a:xfrm>
          <a:prstGeom xmlns:a="http://schemas.openxmlformats.org/drawingml/2006/main" prst="bentConnector3">
            <a:avLst>
              <a:gd name="adj1" fmla="val 50000"/>
            </a:avLst>
          </a:prstGeom>
          <a:ln xmlns:a="http://schemas.openxmlformats.org/drawingml/2006/main" w="19050">
            <a:solidFill>
              <a:srgbClr val="C8D5DF"/>
            </a:solidFill>
            <a:prstDash val="solid"/>
          </a:ln>
        </p:spPr>
      </p:cxnSp>
      <p:cxnSp>
        <p:nvCxnSpPr>
          <p:cNvPr id="20" name="">
            <a:extLst xmlns:a="http://schemas.openxmlformats.org/drawingml/2006/main">
              <a:ext uri="{FF2B5EF4-FFF2-40B4-BE49-F238E27FC236}">
                <a16:creationId xmlns:a16="http://schemas.microsoft.com/office/drawing/2014/main" id="{033B687C-4BAA-4930-9361-1FB8EE52276B}"/>
              </a:ext>
            </a:extLst>
          </p:cNvPr>
          <p:cNvCxnSpPr>
            <a:stCxn xmlns:a="http://schemas.openxmlformats.org/drawingml/2006/main" id="19" idx="3"/>
            <a:endCxn xmlns:a="http://schemas.openxmlformats.org/drawingml/2006/main" id="6" idx="1"/>
          </p:cNvCxnSpPr>
          <p:nvPr/>
        </p:nvCxnSpPr>
        <p:spPr>
          <a:xfrm xmlns:a="http://schemas.openxmlformats.org/drawingml/2006/main" flipV="1">
            <a:off x="4953000" y="4038600"/>
            <a:ext cx="1238250" cy="1285875"/>
          </a:xfrm>
          <a:prstGeom xmlns:a="http://schemas.openxmlformats.org/drawingml/2006/main" prst="bentConnector3">
            <a:avLst>
              <a:gd name="adj1" fmla="val 50000"/>
            </a:avLst>
          </a:prstGeom>
          <a:ln xmlns:a="http://schemas.openxmlformats.org/drawingml/2006/main" w="19050">
            <a:solidFill>
              <a:srgbClr val="C8D5DF"/>
            </a:solidFill>
            <a:prstDash val="solid"/>
          </a:ln>
        </p:spPr>
      </p:cxnSp>
      <p:cxnSp>
        <p:nvCxnSpPr>
          <p:cNvPr id="14" name="">
            <a:extLst xmlns:a="http://schemas.openxmlformats.org/drawingml/2006/main">
              <a:ext uri="{FF2B5EF4-FFF2-40B4-BE49-F238E27FC236}">
                <a16:creationId xmlns:a16="http://schemas.microsoft.com/office/drawing/2014/main" id="{E7D559CF-6A8C-455F-9C3E-92C05CB364F2}"/>
              </a:ext>
            </a:extLst>
          </p:cNvPr>
          <p:cNvCxnSpPr>
            <a:stCxn xmlns:a="http://schemas.openxmlformats.org/drawingml/2006/main" id="13" idx="1"/>
            <a:endCxn xmlns:a="http://schemas.openxmlformats.org/drawingml/2006/main" id="6" idx="3"/>
          </p:cNvCxnSpPr>
          <p:nvPr/>
        </p:nvCxnSpPr>
        <p:spPr>
          <a:xfrm xmlns:a="http://schemas.openxmlformats.org/drawingml/2006/main" flipH="1">
            <a:off x="9048750" y="2714625"/>
            <a:ext cx="1238250" cy="1323975"/>
          </a:xfrm>
          <a:prstGeom xmlns:a="http://schemas.openxmlformats.org/drawingml/2006/main" prst="bentConnector3">
            <a:avLst>
              <a:gd name="adj1" fmla="val 50000"/>
            </a:avLst>
          </a:prstGeom>
          <a:ln xmlns:a="http://schemas.openxmlformats.org/drawingml/2006/main" w="19050">
            <a:solidFill>
              <a:srgbClr val="C8D5DF"/>
            </a:solidFill>
            <a:prstDash val="solid"/>
          </a:ln>
        </p:spPr>
      </p:cxnSp>
      <p:cxnSp>
        <p:nvCxnSpPr>
          <p:cNvPr id="8" name="">
            <a:extLst xmlns:a="http://schemas.openxmlformats.org/drawingml/2006/main">
              <a:ext uri="{FF2B5EF4-FFF2-40B4-BE49-F238E27FC236}">
                <a16:creationId xmlns:a16="http://schemas.microsoft.com/office/drawing/2014/main" id="{A19DE7C8-9430-4B79-ABCD-B8BB4E609D70}"/>
              </a:ext>
            </a:extLst>
          </p:cNvPr>
          <p:cNvCxnSpPr>
            <a:stCxn xmlns:a="http://schemas.openxmlformats.org/drawingml/2006/main" id="7" idx="3"/>
            <a:endCxn xmlns:a="http://schemas.openxmlformats.org/drawingml/2006/main" id="6" idx="1"/>
          </p:cNvCxnSpPr>
          <p:nvPr/>
        </p:nvCxnSpPr>
        <p:spPr>
          <a:xfrm xmlns:a="http://schemas.openxmlformats.org/drawingml/2006/main">
            <a:off x="4953000" y="2714625"/>
            <a:ext cx="1238250" cy="1323975"/>
          </a:xfrm>
          <a:prstGeom xmlns:a="http://schemas.openxmlformats.org/drawingml/2006/main" prst="bentConnector3">
            <a:avLst>
              <a:gd name="adj1" fmla="val 50000"/>
            </a:avLst>
          </a:prstGeom>
          <a:ln xmlns:a="http://schemas.openxmlformats.org/drawingml/2006/main" w="19050">
            <a:solidFill>
              <a:srgbClr val="C8D5DF"/>
            </a:solidFill>
            <a:prstDash val="solid"/>
          </a:ln>
        </p:spPr>
      </p:cxnSp>
      <p:sp>
        <p:nvSpPr>
          <p:cNvPr id="38" name="text-0">
            <a:extLst xmlns:a="http://schemas.openxmlformats.org/drawingml/2006/main">
              <a:ext uri="{FF2B5EF4-FFF2-40B4-BE49-F238E27FC236}">
                <a16:creationId xmlns:a16="http://schemas.microsoft.com/office/drawing/2014/main" id="{32251526-BAEA-4510-85C8-93EF5F586414}"/>
              </a:ext>
            </a:extLst>
          </p:cNvPr>
          <p:cNvSpPr>
            <a:spLocks xmlns:a="http://schemas.openxmlformats.org/drawingml/2006/main" noGrp="1"/>
          </p:cNvSpPr>
          <p:nvPr/>
        </p:nvSpPr>
        <p:spPr>
          <a:xfrm xmlns:a="http://schemas.openxmlformats.org/drawingml/2006/main">
            <a:off x="571500" y="381000"/>
            <a:ext cx="1409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73B5E"/>
                </a:solidFill>
                <a:latin typeface="Nimbus Sans"/>
                <a:ea typeface="Nimbus Sans"/>
                <a:cs typeface="Nimbus Sans"/>
              </a:defRPr>
            </a:defPPr>
            <a:lvl1pPr>
              <a:buNone/>
              <a:defRPr sz="3600" b="1">
                <a:solidFill>
                  <a:srgbClr val="173B5E"/>
                </a:solidFill>
                <a:latin typeface="Nimbus Sans"/>
                <a:ea typeface="Nimbus Sans"/>
                <a:cs typeface="Nimbus Sans"/>
              </a:defRPr>
            </a:lvl1pPr>
            <a:lvl2pPr>
              <a:buNone/>
              <a:defRPr sz="3600" b="1">
                <a:solidFill>
                  <a:srgbClr val="173B5E"/>
                </a:solidFill>
                <a:latin typeface="Nimbus Sans"/>
                <a:ea typeface="Nimbus Sans"/>
                <a:cs typeface="Nimbus Sans"/>
              </a:defRPr>
            </a:lvl2pPr>
            <a:lvl3pPr>
              <a:buNone/>
              <a:defRPr sz="3600" b="1">
                <a:solidFill>
                  <a:srgbClr val="173B5E"/>
                </a:solidFill>
                <a:latin typeface="Nimbus Sans"/>
                <a:ea typeface="Nimbus Sans"/>
                <a:cs typeface="Nimbus Sans"/>
              </a:defRPr>
            </a:lvl3pPr>
            <a:lvl4pPr>
              <a:buNone/>
              <a:defRPr sz="3600" b="1">
                <a:solidFill>
                  <a:srgbClr val="173B5E"/>
                </a:solidFill>
                <a:latin typeface="Nimbus Sans"/>
                <a:ea typeface="Nimbus Sans"/>
                <a:cs typeface="Nimbus Sans"/>
              </a:defRPr>
            </a:lvl4pPr>
            <a:lvl5pPr>
              <a:buNone/>
              <a:defRPr sz="3600" b="1">
                <a:solidFill>
                  <a:srgbClr val="173B5E"/>
                </a:solidFill>
                <a:latin typeface="Nimbus Sans"/>
                <a:ea typeface="Nimbus Sans"/>
                <a:cs typeface="Nimbus Sans"/>
              </a:defRPr>
            </a:lvl5pPr>
            <a:lvl6pPr>
              <a:buNone/>
              <a:defRPr sz="3600" b="1">
                <a:solidFill>
                  <a:srgbClr val="173B5E"/>
                </a:solidFill>
                <a:latin typeface="Nimbus Sans"/>
                <a:ea typeface="Nimbus Sans"/>
                <a:cs typeface="Nimbus Sans"/>
              </a:defRPr>
            </a:lvl6pPr>
            <a:lvl7pPr>
              <a:buNone/>
              <a:defRPr sz="3600" b="1">
                <a:solidFill>
                  <a:srgbClr val="173B5E"/>
                </a:solidFill>
                <a:latin typeface="Nimbus Sans"/>
                <a:ea typeface="Nimbus Sans"/>
                <a:cs typeface="Nimbus Sans"/>
              </a:defRPr>
            </a:lvl7pPr>
            <a:lvl8pPr>
              <a:buNone/>
              <a:defRPr sz="3600" b="1">
                <a:solidFill>
                  <a:srgbClr val="173B5E"/>
                </a:solidFill>
                <a:latin typeface="Nimbus Sans"/>
                <a:ea typeface="Nimbus Sans"/>
                <a:cs typeface="Nimbus Sans"/>
              </a:defRPr>
            </a:lvl8pPr>
            <a:lvl9pPr>
              <a:buNone/>
              <a:defRPr sz="3600" b="1">
                <a:solidFill>
                  <a:srgbClr val="173B5E"/>
                </a:solidFill>
                <a:latin typeface="Nimbus Sans"/>
                <a:ea typeface="Nimbus Sans"/>
                <a:cs typeface="Nimbus Sans"/>
              </a:defRPr>
            </a:lvl9pPr>
          </a:lstStyle>
          <a:p xmlns:a="http://schemas.openxmlformats.org/drawingml/2006/main">
            <a:pPr>
              <a:buNone/>
              <a:defRPr sz="3600" b="1">
                <a:solidFill>
                  <a:srgbClr val="173B5E"/>
                </a:solidFill>
                <a:latin typeface="Nimbus Sans"/>
                <a:ea typeface="Nimbus Sans"/>
                <a:cs typeface="Nimbus Sans"/>
              </a:defRPr>
            </a:pPr>
            <a:r>
              <a:rPr sz="3600" b="1">
                <a:solidFill>
                  <a:srgbClr val="173B5E"/>
                </a:solidFill>
                <a:latin typeface="Nimbus Sans"/>
                <a:ea typeface="Nimbus Sans"/>
                <a:cs typeface="Nimbus Sans"/>
              </a:rPr>
              <a:t>Stakeholder expectations for the pilot</a:t>
            </a:r>
          </a:p>
        </p:txBody>
      </p:sp>
      <p:sp>
        <p:nvSpPr>
          <p:cNvPr id="2" name="text-1">
            <a:extLst xmlns:a="http://schemas.openxmlformats.org/drawingml/2006/main">
              <a:ext uri="{FF2B5EF4-FFF2-40B4-BE49-F238E27FC236}">
                <a16:creationId xmlns:a16="http://schemas.microsoft.com/office/drawing/2014/main" id="{98C124F3-6169-45B7-BFE4-BFED8EC13FCB}"/>
              </a:ext>
            </a:extLst>
          </p:cNvPr>
          <p:cNvSpPr>
            <a:spLocks xmlns:a="http://schemas.openxmlformats.org/drawingml/2006/main" noGrp="1"/>
          </p:cNvSpPr>
          <p:nvPr/>
        </p:nvSpPr>
        <p:spPr>
          <a:xfrm xmlns:a="http://schemas.openxmlformats.org/drawingml/2006/main">
            <a:off x="571500" y="11049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52677A"/>
                </a:solidFill>
                <a:latin typeface="Nimbus Sans"/>
                <a:ea typeface="Nimbus Sans"/>
                <a:cs typeface="Nimbus Sans"/>
              </a:defRPr>
            </a:defPPr>
            <a:lvl1pPr>
              <a:buNone/>
              <a:defRPr sz="1875" b="0">
                <a:solidFill>
                  <a:srgbClr val="52677A"/>
                </a:solidFill>
                <a:latin typeface="Nimbus Sans"/>
                <a:ea typeface="Nimbus Sans"/>
                <a:cs typeface="Nimbus Sans"/>
              </a:defRPr>
            </a:lvl1pPr>
            <a:lvl2pPr>
              <a:buNone/>
              <a:defRPr sz="1875" b="0">
                <a:solidFill>
                  <a:srgbClr val="52677A"/>
                </a:solidFill>
                <a:latin typeface="Nimbus Sans"/>
                <a:ea typeface="Nimbus Sans"/>
                <a:cs typeface="Nimbus Sans"/>
              </a:defRPr>
            </a:lvl2pPr>
            <a:lvl3pPr>
              <a:buNone/>
              <a:defRPr sz="1875" b="0">
                <a:solidFill>
                  <a:srgbClr val="52677A"/>
                </a:solidFill>
                <a:latin typeface="Nimbus Sans"/>
                <a:ea typeface="Nimbus Sans"/>
                <a:cs typeface="Nimbus Sans"/>
              </a:defRPr>
            </a:lvl3pPr>
            <a:lvl4pPr>
              <a:buNone/>
              <a:defRPr sz="1875" b="0">
                <a:solidFill>
                  <a:srgbClr val="52677A"/>
                </a:solidFill>
                <a:latin typeface="Nimbus Sans"/>
                <a:ea typeface="Nimbus Sans"/>
                <a:cs typeface="Nimbus Sans"/>
              </a:defRPr>
            </a:lvl4pPr>
            <a:lvl5pPr>
              <a:buNone/>
              <a:defRPr sz="1875" b="0">
                <a:solidFill>
                  <a:srgbClr val="52677A"/>
                </a:solidFill>
                <a:latin typeface="Nimbus Sans"/>
                <a:ea typeface="Nimbus Sans"/>
                <a:cs typeface="Nimbus Sans"/>
              </a:defRPr>
            </a:lvl5pPr>
            <a:lvl6pPr>
              <a:buNone/>
              <a:defRPr sz="1875" b="0">
                <a:solidFill>
                  <a:srgbClr val="52677A"/>
                </a:solidFill>
                <a:latin typeface="Nimbus Sans"/>
                <a:ea typeface="Nimbus Sans"/>
                <a:cs typeface="Nimbus Sans"/>
              </a:defRPr>
            </a:lvl6pPr>
            <a:lvl7pPr>
              <a:buNone/>
              <a:defRPr sz="1875" b="0">
                <a:solidFill>
                  <a:srgbClr val="52677A"/>
                </a:solidFill>
                <a:latin typeface="Nimbus Sans"/>
                <a:ea typeface="Nimbus Sans"/>
                <a:cs typeface="Nimbus Sans"/>
              </a:defRPr>
            </a:lvl7pPr>
            <a:lvl8pPr>
              <a:buNone/>
              <a:defRPr sz="1875" b="0">
                <a:solidFill>
                  <a:srgbClr val="52677A"/>
                </a:solidFill>
                <a:latin typeface="Nimbus Sans"/>
                <a:ea typeface="Nimbus Sans"/>
                <a:cs typeface="Nimbus Sans"/>
              </a:defRPr>
            </a:lvl8pPr>
            <a:lvl9pPr>
              <a:buNone/>
              <a:defRPr sz="1875" b="0">
                <a:solidFill>
                  <a:srgbClr val="52677A"/>
                </a:solidFill>
                <a:latin typeface="Nimbus Sans"/>
                <a:ea typeface="Nimbus Sans"/>
                <a:cs typeface="Nimbus Sans"/>
              </a:defRPr>
            </a:lvl9pPr>
          </a:lstStyle>
          <a:p xmlns:a="http://schemas.openxmlformats.org/drawingml/2006/main">
            <a:pPr>
              <a:buNone/>
              <a:defRPr sz="1875" b="0">
                <a:solidFill>
                  <a:srgbClr val="52677A"/>
                </a:solidFill>
                <a:latin typeface="Nimbus Sans"/>
                <a:ea typeface="Nimbus Sans"/>
                <a:cs typeface="Nimbus Sans"/>
              </a:defRPr>
            </a:pPr>
            <a:r>
              <a:rPr sz="1875" b="0">
                <a:solidFill>
                  <a:srgbClr val="52677A"/>
                </a:solidFill>
                <a:latin typeface="Nimbus Sans"/>
                <a:ea typeface="Nimbus Sans"/>
                <a:cs typeface="Nimbus Sans"/>
              </a:rPr>
              <a:t>A shared scope must reconcile buyer value, operational workload and delivery economics.</a:t>
            </a:r>
          </a:p>
        </p:txBody>
      </p:sp>
      <p:cxnSp>
        <p:nvCxnSpPr>
          <p:cNvPr id="3" name="">
            <a:extLst xmlns:a="http://schemas.openxmlformats.org/drawingml/2006/main">
              <a:ext uri="{FF2B5EF4-FFF2-40B4-BE49-F238E27FC236}">
                <a16:creationId xmlns:a16="http://schemas.microsoft.com/office/drawing/2014/main" id="{0BD46DFE-CC6A-4359-999E-AB9F3EAA608F}"/>
              </a:ext>
            </a:extLst>
          </p:cNvPr>
          <p:cNvCxnSpPr/>
          <p:nvPr/>
        </p:nvCxnSpPr>
        <p:spPr>
          <a:xfrm xmlns:a="http://schemas.openxmlformats.org/drawingml/2006/main">
            <a:off x="571500" y="8001000"/>
            <a:ext cx="14097000" cy="0"/>
          </a:xfrm>
          <a:prstGeom xmlns:a="http://schemas.openxmlformats.org/drawingml/2006/main" prst="bentConnector4">
            <a:avLst/>
          </a:prstGeom>
          <a:ln xmlns:a="http://schemas.openxmlformats.org/drawingml/2006/main" w="9525">
            <a:solidFill>
              <a:srgbClr val="C8D5DF"/>
            </a:solidFill>
            <a:prstDash val="solid"/>
          </a:ln>
        </p:spPr>
      </p:cxnSp>
      <p:sp>
        <p:nvSpPr>
          <p:cNvPr id="4" name="text-3">
            <a:extLst xmlns:a="http://schemas.openxmlformats.org/drawingml/2006/main">
              <a:ext uri="{FF2B5EF4-FFF2-40B4-BE49-F238E27FC236}">
                <a16:creationId xmlns:a16="http://schemas.microsoft.com/office/drawing/2014/main" id="{0C8B0D29-553E-4071-84D8-EE5C533AE71A}"/>
              </a:ext>
            </a:extLst>
          </p:cNvPr>
          <p:cNvSpPr>
            <a:spLocks xmlns:a="http://schemas.openxmlformats.org/drawingml/2006/main" noGrp="1"/>
          </p:cNvSpPr>
          <p:nvPr/>
        </p:nvSpPr>
        <p:spPr>
          <a:xfrm xmlns:a="http://schemas.openxmlformats.org/drawingml/2006/main">
            <a:off x="571500" y="8124825"/>
            <a:ext cx="1257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2677A"/>
                </a:solidFill>
                <a:latin typeface="Nimbus Sans"/>
                <a:ea typeface="Nimbus Sans"/>
                <a:cs typeface="Nimbus Sans"/>
              </a:defRPr>
            </a:defPPr>
            <a:lvl1pPr>
              <a:buNone/>
              <a:defRPr sz="1275" b="0">
                <a:solidFill>
                  <a:srgbClr val="52677A"/>
                </a:solidFill>
                <a:latin typeface="Nimbus Sans"/>
                <a:ea typeface="Nimbus Sans"/>
                <a:cs typeface="Nimbus Sans"/>
              </a:defRPr>
            </a:lvl1pPr>
            <a:lvl2pPr>
              <a:buNone/>
              <a:defRPr sz="1275" b="0">
                <a:solidFill>
                  <a:srgbClr val="52677A"/>
                </a:solidFill>
                <a:latin typeface="Nimbus Sans"/>
                <a:ea typeface="Nimbus Sans"/>
                <a:cs typeface="Nimbus Sans"/>
              </a:defRPr>
            </a:lvl2pPr>
            <a:lvl3pPr>
              <a:buNone/>
              <a:defRPr sz="1275" b="0">
                <a:solidFill>
                  <a:srgbClr val="52677A"/>
                </a:solidFill>
                <a:latin typeface="Nimbus Sans"/>
                <a:ea typeface="Nimbus Sans"/>
                <a:cs typeface="Nimbus Sans"/>
              </a:defRPr>
            </a:lvl3pPr>
            <a:lvl4pPr>
              <a:buNone/>
              <a:defRPr sz="1275" b="0">
                <a:solidFill>
                  <a:srgbClr val="52677A"/>
                </a:solidFill>
                <a:latin typeface="Nimbus Sans"/>
                <a:ea typeface="Nimbus Sans"/>
                <a:cs typeface="Nimbus Sans"/>
              </a:defRPr>
            </a:lvl4pPr>
            <a:lvl5pPr>
              <a:buNone/>
              <a:defRPr sz="1275" b="0">
                <a:solidFill>
                  <a:srgbClr val="52677A"/>
                </a:solidFill>
                <a:latin typeface="Nimbus Sans"/>
                <a:ea typeface="Nimbus Sans"/>
                <a:cs typeface="Nimbus Sans"/>
              </a:defRPr>
            </a:lvl5pPr>
            <a:lvl6pPr>
              <a:buNone/>
              <a:defRPr sz="1275" b="0">
                <a:solidFill>
                  <a:srgbClr val="52677A"/>
                </a:solidFill>
                <a:latin typeface="Nimbus Sans"/>
                <a:ea typeface="Nimbus Sans"/>
                <a:cs typeface="Nimbus Sans"/>
              </a:defRPr>
            </a:lvl6pPr>
            <a:lvl7pPr>
              <a:buNone/>
              <a:defRPr sz="1275" b="0">
                <a:solidFill>
                  <a:srgbClr val="52677A"/>
                </a:solidFill>
                <a:latin typeface="Nimbus Sans"/>
                <a:ea typeface="Nimbus Sans"/>
                <a:cs typeface="Nimbus Sans"/>
              </a:defRPr>
            </a:lvl7pPr>
            <a:lvl8pPr>
              <a:buNone/>
              <a:defRPr sz="1275" b="0">
                <a:solidFill>
                  <a:srgbClr val="52677A"/>
                </a:solidFill>
                <a:latin typeface="Nimbus Sans"/>
                <a:ea typeface="Nimbus Sans"/>
                <a:cs typeface="Nimbus Sans"/>
              </a:defRPr>
            </a:lvl8pPr>
            <a:lvl9pPr>
              <a:buNone/>
              <a:defRPr sz="1275" b="0">
                <a:solidFill>
                  <a:srgbClr val="52677A"/>
                </a:solidFill>
                <a:latin typeface="Nimbus Sans"/>
                <a:ea typeface="Nimbus Sans"/>
                <a:cs typeface="Nimbus Sans"/>
              </a:defRPr>
            </a:lvl9pPr>
          </a:lstStyle>
          <a:p xmlns:a="http://schemas.openxmlformats.org/drawingml/2006/main">
            <a:pPr>
              <a:buNone/>
              <a:defRPr sz="1275" b="0">
                <a:solidFill>
                  <a:srgbClr val="52677A"/>
                </a:solidFill>
                <a:latin typeface="Nimbus Sans"/>
                <a:ea typeface="Nimbus Sans"/>
                <a:cs typeface="Nimbus Sans"/>
              </a:defRPr>
            </a:pPr>
            <a:r>
              <a:rPr sz="1275" b="0">
                <a:solidFill>
                  <a:srgbClr val="52677A"/>
                </a:solidFill>
                <a:latin typeface="Nimbus Sans"/>
                <a:ea typeface="Nimbus Sans"/>
                <a:cs typeface="Nimbus Sans"/>
              </a:rPr>
              <a:t>InGen Dynamics   Week 1   Yufei Li   27 October 2026</a:t>
            </a:r>
          </a:p>
        </p:txBody>
      </p:sp>
      <p:sp>
        <p:nvSpPr>
          <p:cNvPr id="5" name="text-4">
            <a:extLst xmlns:a="http://schemas.openxmlformats.org/drawingml/2006/main">
              <a:ext uri="{FF2B5EF4-FFF2-40B4-BE49-F238E27FC236}">
                <a16:creationId xmlns:a16="http://schemas.microsoft.com/office/drawing/2014/main" id="{0515CB76-2F77-4AC4-93E2-B0AA3C5F5AFF}"/>
              </a:ext>
            </a:extLst>
          </p:cNvPr>
          <p:cNvSpPr>
            <a:spLocks xmlns:a="http://schemas.openxmlformats.org/drawingml/2006/main" noGrp="1"/>
          </p:cNvSpPr>
          <p:nvPr/>
        </p:nvSpPr>
        <p:spPr>
          <a:xfrm xmlns:a="http://schemas.openxmlformats.org/drawingml/2006/main">
            <a:off x="14001750" y="809625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173B5E"/>
                </a:solidFill>
                <a:latin typeface="Nimbus Sans"/>
                <a:ea typeface="Nimbus Sans"/>
                <a:cs typeface="Nimbus Sans"/>
              </a:defRPr>
            </a:defPPr>
            <a:lvl1pPr algn="r">
              <a:buNone/>
              <a:defRPr sz="1650" b="1">
                <a:solidFill>
                  <a:srgbClr val="173B5E"/>
                </a:solidFill>
                <a:latin typeface="Nimbus Sans"/>
                <a:ea typeface="Nimbus Sans"/>
                <a:cs typeface="Nimbus Sans"/>
              </a:defRPr>
            </a:lvl1pPr>
            <a:lvl2pPr algn="r">
              <a:buNone/>
              <a:defRPr sz="1650" b="1">
                <a:solidFill>
                  <a:srgbClr val="173B5E"/>
                </a:solidFill>
                <a:latin typeface="Nimbus Sans"/>
                <a:ea typeface="Nimbus Sans"/>
                <a:cs typeface="Nimbus Sans"/>
              </a:defRPr>
            </a:lvl2pPr>
            <a:lvl3pPr algn="r">
              <a:buNone/>
              <a:defRPr sz="1650" b="1">
                <a:solidFill>
                  <a:srgbClr val="173B5E"/>
                </a:solidFill>
                <a:latin typeface="Nimbus Sans"/>
                <a:ea typeface="Nimbus Sans"/>
                <a:cs typeface="Nimbus Sans"/>
              </a:defRPr>
            </a:lvl3pPr>
            <a:lvl4pPr algn="r">
              <a:buNone/>
              <a:defRPr sz="1650" b="1">
                <a:solidFill>
                  <a:srgbClr val="173B5E"/>
                </a:solidFill>
                <a:latin typeface="Nimbus Sans"/>
                <a:ea typeface="Nimbus Sans"/>
                <a:cs typeface="Nimbus Sans"/>
              </a:defRPr>
            </a:lvl4pPr>
            <a:lvl5pPr algn="r">
              <a:buNone/>
              <a:defRPr sz="1650" b="1">
                <a:solidFill>
                  <a:srgbClr val="173B5E"/>
                </a:solidFill>
                <a:latin typeface="Nimbus Sans"/>
                <a:ea typeface="Nimbus Sans"/>
                <a:cs typeface="Nimbus Sans"/>
              </a:defRPr>
            </a:lvl5pPr>
            <a:lvl6pPr algn="r">
              <a:buNone/>
              <a:defRPr sz="1650" b="1">
                <a:solidFill>
                  <a:srgbClr val="173B5E"/>
                </a:solidFill>
                <a:latin typeface="Nimbus Sans"/>
                <a:ea typeface="Nimbus Sans"/>
                <a:cs typeface="Nimbus Sans"/>
              </a:defRPr>
            </a:lvl6pPr>
            <a:lvl7pPr algn="r">
              <a:buNone/>
              <a:defRPr sz="1650" b="1">
                <a:solidFill>
                  <a:srgbClr val="173B5E"/>
                </a:solidFill>
                <a:latin typeface="Nimbus Sans"/>
                <a:ea typeface="Nimbus Sans"/>
                <a:cs typeface="Nimbus Sans"/>
              </a:defRPr>
            </a:lvl7pPr>
            <a:lvl8pPr algn="r">
              <a:buNone/>
              <a:defRPr sz="1650" b="1">
                <a:solidFill>
                  <a:srgbClr val="173B5E"/>
                </a:solidFill>
                <a:latin typeface="Nimbus Sans"/>
                <a:ea typeface="Nimbus Sans"/>
                <a:cs typeface="Nimbus Sans"/>
              </a:defRPr>
            </a:lvl8pPr>
            <a:lvl9pPr algn="r">
              <a:buNone/>
              <a:defRPr sz="1650" b="1">
                <a:solidFill>
                  <a:srgbClr val="173B5E"/>
                </a:solidFill>
                <a:latin typeface="Nimbus Sans"/>
                <a:ea typeface="Nimbus Sans"/>
                <a:cs typeface="Nimbus Sans"/>
              </a:defRPr>
            </a:lvl9pPr>
          </a:lstStyle>
          <a:p xmlns:a="http://schemas.openxmlformats.org/drawingml/2006/main">
            <a:pPr algn="r">
              <a:buNone/>
              <a:defRPr sz="1650" b="1">
                <a:solidFill>
                  <a:srgbClr val="173B5E"/>
                </a:solidFill>
                <a:latin typeface="Nimbus Sans"/>
                <a:ea typeface="Nimbus Sans"/>
                <a:cs typeface="Nimbus Sans"/>
              </a:defRPr>
            </a:pPr>
            <a:r>
              <a:rPr sz="1650" b="1">
                <a:solidFill>
                  <a:srgbClr val="173B5E"/>
                </a:solidFill>
                <a:latin typeface="Nimbus Sans"/>
                <a:ea typeface="Nimbus Sans"/>
                <a:cs typeface="Nimbus Sans"/>
              </a:rPr>
              <a:t>02</a:t>
            </a:r>
          </a:p>
        </p:txBody>
      </p:sp>
      <p:sp>
        <p:nvSpPr>
          <p:cNvPr id="6" name="pilot-decision">
            <a:extLst xmlns:a="http://schemas.openxmlformats.org/drawingml/2006/main">
              <a:ext uri="{FF2B5EF4-FFF2-40B4-BE49-F238E27FC236}">
                <a16:creationId xmlns:a16="http://schemas.microsoft.com/office/drawing/2014/main" id="{4C6948E5-9034-4DCE-9387-4A16866EC996}"/>
              </a:ext>
            </a:extLst>
          </p:cNvPr>
          <p:cNvSpPr>
            <a:spLocks xmlns:a="http://schemas.openxmlformats.org/drawingml/2006/main" noGrp="1"/>
          </p:cNvSpPr>
          <p:nvPr/>
        </p:nvSpPr>
        <p:spPr>
          <a:xfrm xmlns:a="http://schemas.openxmlformats.org/drawingml/2006/main">
            <a:off x="6191250" y="3390900"/>
            <a:ext cx="2857500" cy="1295400"/>
          </a:xfrm>
          <a:prstGeom xmlns:a="http://schemas.openxmlformats.org/drawingml/2006/main" prst="rect">
            <a:avLst/>
          </a:prstGeom>
          <a:solidFill xmlns:a="http://schemas.openxmlformats.org/drawingml/2006/main">
            <a:srgbClr val="173B5E"/>
          </a:solidFill>
          <a:ln xmlns:a="http://schemas.openxmlformats.org/drawingml/2006/main" w="9525">
            <a:solidFill>
              <a:srgbClr val="173B5E"/>
            </a:solidFill>
            <a:prstDash val="solid"/>
          </a:ln>
        </p:spPr>
        <p:txBody>
          <a:bodyPr xmlns:a="http://schemas.openxmlformats.org/drawingml/2006/main" lIns="133350" tIns="133350" rIns="133350" bIns="133350" anchor="ctr"/>
          <a:lstStyle xmlns:a="http://schemas.openxmlformats.org/drawingml/2006/main">
            <a:defPPr algn="ctr">
              <a:defRPr sz="2400" b="1">
                <a:solidFill>
                  <a:srgbClr val="FFFFFF"/>
                </a:solidFill>
                <a:latin typeface="Nimbus Sans"/>
                <a:ea typeface="Nimbus Sans"/>
                <a:cs typeface="Nimbus Sans"/>
              </a:defRPr>
            </a:defPPr>
            <a:lvl1pPr algn="ctr">
              <a:buNone/>
              <a:defRPr sz="2400" b="1">
                <a:solidFill>
                  <a:srgbClr val="FFFFFF"/>
                </a:solidFill>
                <a:latin typeface="Nimbus Sans"/>
                <a:ea typeface="Nimbus Sans"/>
                <a:cs typeface="Nimbus Sans"/>
              </a:defRPr>
            </a:lvl1pPr>
            <a:lvl2pPr algn="ctr">
              <a:buNone/>
              <a:defRPr sz="2400" b="1">
                <a:solidFill>
                  <a:srgbClr val="FFFFFF"/>
                </a:solidFill>
                <a:latin typeface="Nimbus Sans"/>
                <a:ea typeface="Nimbus Sans"/>
                <a:cs typeface="Nimbus Sans"/>
              </a:defRPr>
            </a:lvl2pPr>
            <a:lvl3pPr algn="ctr">
              <a:buNone/>
              <a:defRPr sz="2400" b="1">
                <a:solidFill>
                  <a:srgbClr val="FFFFFF"/>
                </a:solidFill>
                <a:latin typeface="Nimbus Sans"/>
                <a:ea typeface="Nimbus Sans"/>
                <a:cs typeface="Nimbus Sans"/>
              </a:defRPr>
            </a:lvl3pPr>
            <a:lvl4pPr algn="ctr">
              <a:buNone/>
              <a:defRPr sz="2400" b="1">
                <a:solidFill>
                  <a:srgbClr val="FFFFFF"/>
                </a:solidFill>
                <a:latin typeface="Nimbus Sans"/>
                <a:ea typeface="Nimbus Sans"/>
                <a:cs typeface="Nimbus Sans"/>
              </a:defRPr>
            </a:lvl4pPr>
            <a:lvl5pPr algn="ctr">
              <a:buNone/>
              <a:defRPr sz="2400" b="1">
                <a:solidFill>
                  <a:srgbClr val="FFFFFF"/>
                </a:solidFill>
                <a:latin typeface="Nimbus Sans"/>
                <a:ea typeface="Nimbus Sans"/>
                <a:cs typeface="Nimbus Sans"/>
              </a:defRPr>
            </a:lvl5pPr>
            <a:lvl6pPr algn="ctr">
              <a:buNone/>
              <a:defRPr sz="2400" b="1">
                <a:solidFill>
                  <a:srgbClr val="FFFFFF"/>
                </a:solidFill>
                <a:latin typeface="Nimbus Sans"/>
                <a:ea typeface="Nimbus Sans"/>
                <a:cs typeface="Nimbus Sans"/>
              </a:defRPr>
            </a:lvl6pPr>
            <a:lvl7pPr algn="ctr">
              <a:buNone/>
              <a:defRPr sz="2400" b="1">
                <a:solidFill>
                  <a:srgbClr val="FFFFFF"/>
                </a:solidFill>
                <a:latin typeface="Nimbus Sans"/>
                <a:ea typeface="Nimbus Sans"/>
                <a:cs typeface="Nimbus Sans"/>
              </a:defRPr>
            </a:lvl7pPr>
            <a:lvl8pPr algn="ctr">
              <a:buNone/>
              <a:defRPr sz="2400" b="1">
                <a:solidFill>
                  <a:srgbClr val="FFFFFF"/>
                </a:solidFill>
                <a:latin typeface="Nimbus Sans"/>
                <a:ea typeface="Nimbus Sans"/>
                <a:cs typeface="Nimbus Sans"/>
              </a:defRPr>
            </a:lvl8pPr>
            <a:lvl9pPr algn="ctr">
              <a:buNone/>
              <a:defRPr sz="2400" b="1">
                <a:solidFill>
                  <a:srgbClr val="FFFFFF"/>
                </a:solidFill>
                <a:latin typeface="Nimbus Sans"/>
                <a:ea typeface="Nimbus Sans"/>
                <a:cs typeface="Nimbus Sans"/>
              </a:defRPr>
            </a:lvl9pPr>
          </a:lstStyle>
          <a:p xmlns:a="http://schemas.openxmlformats.org/drawingml/2006/main">
            <a:pPr algn="ctr">
              <a:buNone/>
              <a:defRPr sz="2400" b="1">
                <a:solidFill>
                  <a:srgbClr val="FFFFFF"/>
                </a:solidFill>
                <a:latin typeface="Nimbus Sans"/>
                <a:ea typeface="Nimbus Sans"/>
                <a:cs typeface="Nimbus Sans"/>
              </a:defRPr>
            </a:pPr>
            <a:r>
              <a:rPr sz="2400" b="1">
                <a:solidFill>
                  <a:srgbClr val="FFFFFF"/>
                </a:solidFill>
                <a:latin typeface="Nimbus Sans"/>
                <a:ea typeface="Nimbus Sans"/>
                <a:cs typeface="Nimbus Sans"/>
              </a:rPr>
              <a:t>PAID PILOT</a:t>
            </a:r>
          </a:p>
          <a:p xmlns:a="http://schemas.openxmlformats.org/drawingml/2006/main">
            <a:pPr algn="ctr">
              <a:buNone/>
              <a:defRPr sz="2400" b="1">
                <a:solidFill>
                  <a:srgbClr val="FFFFFF"/>
                </a:solidFill>
                <a:latin typeface="Nimbus Sans"/>
                <a:ea typeface="Nimbus Sans"/>
                <a:cs typeface="Nimbus Sans"/>
              </a:defRPr>
            </a:pPr>
            <a:r>
              <a:rPr sz="2400" b="1">
                <a:solidFill>
                  <a:srgbClr val="FFFFFF"/>
                </a:solidFill>
                <a:latin typeface="Nimbus Sans"/>
                <a:ea typeface="Nimbus Sans"/>
                <a:cs typeface="Nimbus Sans"/>
              </a:rPr>
              <a:t>Scope + proof</a:t>
            </a:r>
          </a:p>
        </p:txBody>
      </p:sp>
      <p:sp>
        <p:nvSpPr>
          <p:cNvPr id="7" name="role-anchor-0">
            <a:extLst xmlns:a="http://schemas.openxmlformats.org/drawingml/2006/main">
              <a:ext uri="{FF2B5EF4-FFF2-40B4-BE49-F238E27FC236}">
                <a16:creationId xmlns:a16="http://schemas.microsoft.com/office/drawing/2014/main" id="{BEB4CFF8-67CD-48CD-858E-7AB3D5E6A407}"/>
              </a:ext>
            </a:extLst>
          </p:cNvPr>
          <p:cNvSpPr>
            <a:spLocks xmlns:a="http://schemas.openxmlformats.org/drawingml/2006/main" noGrp="1"/>
          </p:cNvSpPr>
          <p:nvPr/>
        </p:nvSpPr>
        <p:spPr>
          <a:xfrm xmlns:a="http://schemas.openxmlformats.org/drawingml/2006/main">
            <a:off x="952500" y="2095500"/>
            <a:ext cx="4000500" cy="1238250"/>
          </a:xfrm>
          <a:prstGeom xmlns:a="http://schemas.openxmlformats.org/drawingml/2006/main" prst="rect">
            <a:avLst/>
          </a:prstGeom>
          <a:noFill xmlns:a="http://schemas.openxmlformats.org/drawingml/2006/main"/>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9F0C40C6-0B71-40F8-86C3-8C7D5D917BAF}"/>
              </a:ext>
            </a:extLst>
          </p:cNvPr>
          <p:cNvPicPr>
            <a:picLocks xmlns:a="http://schemas.openxmlformats.org/drawingml/2006/main" noChangeAspect="1"/>
          </p:cNvPicPr>
          <p:nvPr/>
        </p:nvPicPr>
        <p:blipFill>
          <a:blip xmlns:r="http://schemas.openxmlformats.org/officeDocument/2006/relationships" xmlns:a="http://schemas.openxmlformats.org/drawingml/2006/main" r:embed="Rc1517feae90d48a7">
            <a:extLst>
              <a:ext uri="{96DAC541-7B7A-43D3-8B79-37D633B846F1}">
                <asvg:svgBlip xmlns:asvg="http://schemas.microsoft.com/office/drawing/2016/SVG/main" r:embed="Rbf0028f74b204a91"/>
              </a:ext>
            </a:extLst>
          </a:blip>
          <a:stretch xmlns:a="http://schemas.openxmlformats.org/drawingml/2006/main"/>
        </p:blipFill>
        <p:spPr>
          <a:xfrm xmlns:a="http://schemas.openxmlformats.org/drawingml/2006/main">
            <a:off x="952500" y="2133600"/>
            <a:ext cx="495300" cy="495300"/>
          </a:xfrm>
          <a:prstGeom xmlns:a="http://schemas.openxmlformats.org/drawingml/2006/main" prst="rect">
            <a:avLst/>
          </a:prstGeom>
        </p:spPr>
      </p:pic>
      <p:sp>
        <p:nvSpPr>
          <p:cNvPr id="10" name="text-8">
            <a:extLst xmlns:a="http://schemas.openxmlformats.org/drawingml/2006/main">
              <a:ext uri="{FF2B5EF4-FFF2-40B4-BE49-F238E27FC236}">
                <a16:creationId xmlns:a16="http://schemas.microsoft.com/office/drawing/2014/main" id="{FBDC8707-BF39-445E-A04F-4EA6F6DB889D}"/>
              </a:ext>
            </a:extLst>
          </p:cNvPr>
          <p:cNvSpPr>
            <a:spLocks xmlns:a="http://schemas.openxmlformats.org/drawingml/2006/main" noGrp="1"/>
          </p:cNvSpPr>
          <p:nvPr/>
        </p:nvSpPr>
        <p:spPr>
          <a:xfrm xmlns:a="http://schemas.openxmlformats.org/drawingml/2006/main">
            <a:off x="1647825" y="2095500"/>
            <a:ext cx="33051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73B5E"/>
                </a:solidFill>
                <a:latin typeface="Nimbus Sans"/>
                <a:ea typeface="Nimbus Sans"/>
                <a:cs typeface="Nimbus Sans"/>
              </a:defRPr>
            </a:defPPr>
            <a:lvl1pPr>
              <a:buNone/>
              <a:defRPr sz="2100" b="1">
                <a:solidFill>
                  <a:srgbClr val="173B5E"/>
                </a:solidFill>
                <a:latin typeface="Nimbus Sans"/>
                <a:ea typeface="Nimbus Sans"/>
                <a:cs typeface="Nimbus Sans"/>
              </a:defRPr>
            </a:lvl1pPr>
            <a:lvl2pPr>
              <a:buNone/>
              <a:defRPr sz="2100" b="1">
                <a:solidFill>
                  <a:srgbClr val="173B5E"/>
                </a:solidFill>
                <a:latin typeface="Nimbus Sans"/>
                <a:ea typeface="Nimbus Sans"/>
                <a:cs typeface="Nimbus Sans"/>
              </a:defRPr>
            </a:lvl2pPr>
            <a:lvl3pPr>
              <a:buNone/>
              <a:defRPr sz="2100" b="1">
                <a:solidFill>
                  <a:srgbClr val="173B5E"/>
                </a:solidFill>
                <a:latin typeface="Nimbus Sans"/>
                <a:ea typeface="Nimbus Sans"/>
                <a:cs typeface="Nimbus Sans"/>
              </a:defRPr>
            </a:lvl3pPr>
            <a:lvl4pPr>
              <a:buNone/>
              <a:defRPr sz="2100" b="1">
                <a:solidFill>
                  <a:srgbClr val="173B5E"/>
                </a:solidFill>
                <a:latin typeface="Nimbus Sans"/>
                <a:ea typeface="Nimbus Sans"/>
                <a:cs typeface="Nimbus Sans"/>
              </a:defRPr>
            </a:lvl4pPr>
            <a:lvl5pPr>
              <a:buNone/>
              <a:defRPr sz="2100" b="1">
                <a:solidFill>
                  <a:srgbClr val="173B5E"/>
                </a:solidFill>
                <a:latin typeface="Nimbus Sans"/>
                <a:ea typeface="Nimbus Sans"/>
                <a:cs typeface="Nimbus Sans"/>
              </a:defRPr>
            </a:lvl5pPr>
            <a:lvl6pPr>
              <a:buNone/>
              <a:defRPr sz="2100" b="1">
                <a:solidFill>
                  <a:srgbClr val="173B5E"/>
                </a:solidFill>
                <a:latin typeface="Nimbus Sans"/>
                <a:ea typeface="Nimbus Sans"/>
                <a:cs typeface="Nimbus Sans"/>
              </a:defRPr>
            </a:lvl6pPr>
            <a:lvl7pPr>
              <a:buNone/>
              <a:defRPr sz="2100" b="1">
                <a:solidFill>
                  <a:srgbClr val="173B5E"/>
                </a:solidFill>
                <a:latin typeface="Nimbus Sans"/>
                <a:ea typeface="Nimbus Sans"/>
                <a:cs typeface="Nimbus Sans"/>
              </a:defRPr>
            </a:lvl7pPr>
            <a:lvl8pPr>
              <a:buNone/>
              <a:defRPr sz="2100" b="1">
                <a:solidFill>
                  <a:srgbClr val="173B5E"/>
                </a:solidFill>
                <a:latin typeface="Nimbus Sans"/>
                <a:ea typeface="Nimbus Sans"/>
                <a:cs typeface="Nimbus Sans"/>
              </a:defRPr>
            </a:lvl8pPr>
            <a:lvl9pPr>
              <a:buNone/>
              <a:defRPr sz="2100" b="1">
                <a:solidFill>
                  <a:srgbClr val="173B5E"/>
                </a:solidFill>
                <a:latin typeface="Nimbus Sans"/>
                <a:ea typeface="Nimbus Sans"/>
                <a:cs typeface="Nimbus Sans"/>
              </a:defRPr>
            </a:lvl9pPr>
          </a:lstStyle>
          <a:p xmlns:a="http://schemas.openxmlformats.org/drawingml/2006/main">
            <a:pPr>
              <a:buNone/>
              <a:defRPr sz="2100" b="1">
                <a:solidFill>
                  <a:srgbClr val="173B5E"/>
                </a:solidFill>
                <a:latin typeface="Nimbus Sans"/>
                <a:ea typeface="Nimbus Sans"/>
                <a:cs typeface="Nimbus Sans"/>
              </a:defRPr>
            </a:pPr>
            <a:r>
              <a:rPr sz="2100" b="1">
                <a:solidFill>
                  <a:srgbClr val="173B5E"/>
                </a:solidFill>
                <a:latin typeface="Nimbus Sans"/>
                <a:ea typeface="Nimbus Sans"/>
                <a:cs typeface="Nimbus Sans"/>
              </a:rPr>
              <a:t>Leadership</a:t>
            </a:r>
          </a:p>
        </p:txBody>
      </p:sp>
      <p:sp>
        <p:nvSpPr>
          <p:cNvPr id="11" name="text-9">
            <a:extLst xmlns:a="http://schemas.openxmlformats.org/drawingml/2006/main">
              <a:ext uri="{FF2B5EF4-FFF2-40B4-BE49-F238E27FC236}">
                <a16:creationId xmlns:a16="http://schemas.microsoft.com/office/drawing/2014/main" id="{72511D93-A127-4187-A8BF-940758F145B2}"/>
              </a:ext>
            </a:extLst>
          </p:cNvPr>
          <p:cNvSpPr>
            <a:spLocks xmlns:a="http://schemas.openxmlformats.org/drawingml/2006/main" noGrp="1"/>
          </p:cNvSpPr>
          <p:nvPr/>
        </p:nvSpPr>
        <p:spPr>
          <a:xfrm xmlns:a="http://schemas.openxmlformats.org/drawingml/2006/main">
            <a:off x="1647825" y="2543175"/>
            <a:ext cx="33051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2C40"/>
                </a:solidFill>
                <a:latin typeface="Nimbus Sans"/>
                <a:ea typeface="Nimbus Sans"/>
                <a:cs typeface="Nimbus Sans"/>
              </a:defRPr>
            </a:defPPr>
            <a:lvl1pPr>
              <a:buNone/>
              <a:defRPr sz="2025" b="0">
                <a:solidFill>
                  <a:srgbClr val="182C40"/>
                </a:solidFill>
                <a:latin typeface="Nimbus Sans"/>
                <a:ea typeface="Nimbus Sans"/>
                <a:cs typeface="Nimbus Sans"/>
              </a:defRPr>
            </a:lvl1pPr>
            <a:lvl2pPr>
              <a:buNone/>
              <a:defRPr sz="2025" b="0">
                <a:solidFill>
                  <a:srgbClr val="182C40"/>
                </a:solidFill>
                <a:latin typeface="Nimbus Sans"/>
                <a:ea typeface="Nimbus Sans"/>
                <a:cs typeface="Nimbus Sans"/>
              </a:defRPr>
            </a:lvl2pPr>
            <a:lvl3pPr>
              <a:buNone/>
              <a:defRPr sz="2025" b="0">
                <a:solidFill>
                  <a:srgbClr val="182C40"/>
                </a:solidFill>
                <a:latin typeface="Nimbus Sans"/>
                <a:ea typeface="Nimbus Sans"/>
                <a:cs typeface="Nimbus Sans"/>
              </a:defRPr>
            </a:lvl3pPr>
            <a:lvl4pPr>
              <a:buNone/>
              <a:defRPr sz="2025" b="0">
                <a:solidFill>
                  <a:srgbClr val="182C40"/>
                </a:solidFill>
                <a:latin typeface="Nimbus Sans"/>
                <a:ea typeface="Nimbus Sans"/>
                <a:cs typeface="Nimbus Sans"/>
              </a:defRPr>
            </a:lvl4pPr>
            <a:lvl5pPr>
              <a:buNone/>
              <a:defRPr sz="2025" b="0">
                <a:solidFill>
                  <a:srgbClr val="182C40"/>
                </a:solidFill>
                <a:latin typeface="Nimbus Sans"/>
                <a:ea typeface="Nimbus Sans"/>
                <a:cs typeface="Nimbus Sans"/>
              </a:defRPr>
            </a:lvl5pPr>
            <a:lvl6pPr>
              <a:buNone/>
              <a:defRPr sz="2025" b="0">
                <a:solidFill>
                  <a:srgbClr val="182C40"/>
                </a:solidFill>
                <a:latin typeface="Nimbus Sans"/>
                <a:ea typeface="Nimbus Sans"/>
                <a:cs typeface="Nimbus Sans"/>
              </a:defRPr>
            </a:lvl6pPr>
            <a:lvl7pPr>
              <a:buNone/>
              <a:defRPr sz="2025" b="0">
                <a:solidFill>
                  <a:srgbClr val="182C40"/>
                </a:solidFill>
                <a:latin typeface="Nimbus Sans"/>
                <a:ea typeface="Nimbus Sans"/>
                <a:cs typeface="Nimbus Sans"/>
              </a:defRPr>
            </a:lvl7pPr>
            <a:lvl8pPr>
              <a:buNone/>
              <a:defRPr sz="2025" b="0">
                <a:solidFill>
                  <a:srgbClr val="182C40"/>
                </a:solidFill>
                <a:latin typeface="Nimbus Sans"/>
                <a:ea typeface="Nimbus Sans"/>
                <a:cs typeface="Nimbus Sans"/>
              </a:defRPr>
            </a:lvl8pPr>
            <a:lvl9pPr>
              <a:buNone/>
              <a:defRPr sz="2025" b="0">
                <a:solidFill>
                  <a:srgbClr val="182C40"/>
                </a:solidFill>
                <a:latin typeface="Nimbus Sans"/>
                <a:ea typeface="Nimbus Sans"/>
                <a:cs typeface="Nimbus Sans"/>
              </a:defRPr>
            </a:lvl9pPr>
          </a:lstStyle>
          <a:p xmlns:a="http://schemas.openxmlformats.org/drawingml/2006/main">
            <a:pPr>
              <a:buNone/>
              <a:defRPr sz="2025" b="0">
                <a:solidFill>
                  <a:srgbClr val="182C40"/>
                </a:solidFill>
                <a:latin typeface="Nimbus Sans"/>
                <a:ea typeface="Nimbus Sans"/>
                <a:cs typeface="Nimbus Sans"/>
              </a:defRPr>
            </a:pPr>
            <a:r>
              <a:rPr sz="2025" b="0">
                <a:solidFill>
                  <a:srgbClr val="182C40"/>
                </a:solidFill>
                <a:latin typeface="Nimbus Sans"/>
                <a:ea typeface="Nimbus Sans"/>
                <a:cs typeface="Nimbus Sans"/>
              </a:rPr>
              <a:t>Capital at risk</a:t>
            </a:r>
          </a:p>
        </p:txBody>
      </p:sp>
      <p:sp>
        <p:nvSpPr>
          <p:cNvPr id="12" name="text-10">
            <a:extLst xmlns:a="http://schemas.openxmlformats.org/drawingml/2006/main">
              <a:ext uri="{FF2B5EF4-FFF2-40B4-BE49-F238E27FC236}">
                <a16:creationId xmlns:a16="http://schemas.microsoft.com/office/drawing/2014/main" id="{F2A3D66E-3DA7-4F9F-B759-763EDBDB8088}"/>
              </a:ext>
            </a:extLst>
          </p:cNvPr>
          <p:cNvSpPr>
            <a:spLocks xmlns:a="http://schemas.openxmlformats.org/drawingml/2006/main" noGrp="1"/>
          </p:cNvSpPr>
          <p:nvPr/>
        </p:nvSpPr>
        <p:spPr>
          <a:xfrm xmlns:a="http://schemas.openxmlformats.org/drawingml/2006/main">
            <a:off x="1647825" y="2933700"/>
            <a:ext cx="3305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77A"/>
                </a:solidFill>
                <a:latin typeface="Nimbus Sans"/>
                <a:ea typeface="Nimbus Sans"/>
                <a:cs typeface="Nimbus Sans"/>
              </a:defRPr>
            </a:defPPr>
            <a:lvl1pPr>
              <a:buNone/>
              <a:defRPr sz="1575" b="0">
                <a:solidFill>
                  <a:srgbClr val="52677A"/>
                </a:solidFill>
                <a:latin typeface="Nimbus Sans"/>
                <a:ea typeface="Nimbus Sans"/>
                <a:cs typeface="Nimbus Sans"/>
              </a:defRPr>
            </a:lvl1pPr>
            <a:lvl2pPr>
              <a:buNone/>
              <a:defRPr sz="1575" b="0">
                <a:solidFill>
                  <a:srgbClr val="52677A"/>
                </a:solidFill>
                <a:latin typeface="Nimbus Sans"/>
                <a:ea typeface="Nimbus Sans"/>
                <a:cs typeface="Nimbus Sans"/>
              </a:defRPr>
            </a:lvl2pPr>
            <a:lvl3pPr>
              <a:buNone/>
              <a:defRPr sz="1575" b="0">
                <a:solidFill>
                  <a:srgbClr val="52677A"/>
                </a:solidFill>
                <a:latin typeface="Nimbus Sans"/>
                <a:ea typeface="Nimbus Sans"/>
                <a:cs typeface="Nimbus Sans"/>
              </a:defRPr>
            </a:lvl3pPr>
            <a:lvl4pPr>
              <a:buNone/>
              <a:defRPr sz="1575" b="0">
                <a:solidFill>
                  <a:srgbClr val="52677A"/>
                </a:solidFill>
                <a:latin typeface="Nimbus Sans"/>
                <a:ea typeface="Nimbus Sans"/>
                <a:cs typeface="Nimbus Sans"/>
              </a:defRPr>
            </a:lvl4pPr>
            <a:lvl5pPr>
              <a:buNone/>
              <a:defRPr sz="1575" b="0">
                <a:solidFill>
                  <a:srgbClr val="52677A"/>
                </a:solidFill>
                <a:latin typeface="Nimbus Sans"/>
                <a:ea typeface="Nimbus Sans"/>
                <a:cs typeface="Nimbus Sans"/>
              </a:defRPr>
            </a:lvl5pPr>
            <a:lvl6pPr>
              <a:buNone/>
              <a:defRPr sz="1575" b="0">
                <a:solidFill>
                  <a:srgbClr val="52677A"/>
                </a:solidFill>
                <a:latin typeface="Nimbus Sans"/>
                <a:ea typeface="Nimbus Sans"/>
                <a:cs typeface="Nimbus Sans"/>
              </a:defRPr>
            </a:lvl6pPr>
            <a:lvl7pPr>
              <a:buNone/>
              <a:defRPr sz="1575" b="0">
                <a:solidFill>
                  <a:srgbClr val="52677A"/>
                </a:solidFill>
                <a:latin typeface="Nimbus Sans"/>
                <a:ea typeface="Nimbus Sans"/>
                <a:cs typeface="Nimbus Sans"/>
              </a:defRPr>
            </a:lvl7pPr>
            <a:lvl8pPr>
              <a:buNone/>
              <a:defRPr sz="1575" b="0">
                <a:solidFill>
                  <a:srgbClr val="52677A"/>
                </a:solidFill>
                <a:latin typeface="Nimbus Sans"/>
                <a:ea typeface="Nimbus Sans"/>
                <a:cs typeface="Nimbus Sans"/>
              </a:defRPr>
            </a:lvl8pPr>
            <a:lvl9pPr>
              <a:buNone/>
              <a:defRPr sz="1575" b="0">
                <a:solidFill>
                  <a:srgbClr val="52677A"/>
                </a:solidFill>
                <a:latin typeface="Nimbus Sans"/>
                <a:ea typeface="Nimbus Sans"/>
                <a:cs typeface="Nimbus Sans"/>
              </a:defRPr>
            </a:lvl9pPr>
          </a:lstStyle>
          <a:p xmlns:a="http://schemas.openxmlformats.org/drawingml/2006/main">
            <a:pPr>
              <a:buNone/>
              <a:defRPr sz="1575" b="0">
                <a:solidFill>
                  <a:srgbClr val="52677A"/>
                </a:solidFill>
                <a:latin typeface="Nimbus Sans"/>
                <a:ea typeface="Nimbus Sans"/>
                <a:cs typeface="Nimbus Sans"/>
              </a:defRPr>
            </a:pPr>
            <a:r>
              <a:rPr sz="1575" b="0">
                <a:solidFill>
                  <a:srgbClr val="52677A"/>
                </a:solidFill>
                <a:latin typeface="Nimbus Sans"/>
                <a:ea typeface="Nimbus Sans"/>
                <a:cs typeface="Nimbus Sans"/>
              </a:rPr>
              <a:t>Downside and stop criteria</a:t>
            </a:r>
          </a:p>
        </p:txBody>
      </p:sp>
      <p:sp>
        <p:nvSpPr>
          <p:cNvPr id="13" name="role-anchor-1">
            <a:extLst xmlns:a="http://schemas.openxmlformats.org/drawingml/2006/main">
              <a:ext uri="{FF2B5EF4-FFF2-40B4-BE49-F238E27FC236}">
                <a16:creationId xmlns:a16="http://schemas.microsoft.com/office/drawing/2014/main" id="{3B17E414-60B0-4326-AD8F-D63B95396611}"/>
              </a:ext>
            </a:extLst>
          </p:cNvPr>
          <p:cNvSpPr>
            <a:spLocks xmlns:a="http://schemas.openxmlformats.org/drawingml/2006/main" noGrp="1"/>
          </p:cNvSpPr>
          <p:nvPr/>
        </p:nvSpPr>
        <p:spPr>
          <a:xfrm xmlns:a="http://schemas.openxmlformats.org/drawingml/2006/main">
            <a:off x="10287000" y="2095500"/>
            <a:ext cx="4000500" cy="1238250"/>
          </a:xfrm>
          <a:prstGeom xmlns:a="http://schemas.openxmlformats.org/drawingml/2006/main" prst="rect">
            <a:avLst/>
          </a:prstGeom>
          <a:noFill xmlns:a="http://schemas.openxmlformats.org/drawingml/2006/main"/>
          <a:ln xmlns:a="http://schemas.openxmlformats.org/drawingml/2006/main" w="0">
            <a:noFill/>
            <a:prstDash val="solid"/>
          </a:ln>
        </p:spPr>
      </p:sp>
      <p:pic>
        <p:nvPicPr>
          <p:cNvPr id="15" name="">
            <a:extLst xmlns:a="http://schemas.openxmlformats.org/drawingml/2006/main">
              <a:ext uri="{FF2B5EF4-FFF2-40B4-BE49-F238E27FC236}">
                <a16:creationId xmlns:a16="http://schemas.microsoft.com/office/drawing/2014/main" id="{AEA61834-85FF-42F1-8B37-20A667CAFE70}"/>
              </a:ext>
            </a:extLst>
          </p:cNvPr>
          <p:cNvPicPr>
            <a:picLocks xmlns:a="http://schemas.openxmlformats.org/drawingml/2006/main" noChangeAspect="1"/>
          </p:cNvPicPr>
          <p:nvPr/>
        </p:nvPicPr>
        <p:blipFill>
          <a:blip xmlns:r="http://schemas.openxmlformats.org/officeDocument/2006/relationships" xmlns:a="http://schemas.openxmlformats.org/drawingml/2006/main" r:embed="R20c09fb2fef9443c">
            <a:extLst>
              <a:ext uri="{96DAC541-7B7A-43D3-8B79-37D633B846F1}">
                <asvg:svgBlip xmlns:asvg="http://schemas.microsoft.com/office/drawing/2016/SVG/main" r:embed="R943abc6906af43dc"/>
              </a:ext>
            </a:extLst>
          </a:blip>
          <a:stretch xmlns:a="http://schemas.openxmlformats.org/drawingml/2006/main"/>
        </p:blipFill>
        <p:spPr>
          <a:xfrm xmlns:a="http://schemas.openxmlformats.org/drawingml/2006/main">
            <a:off x="10287000" y="2133600"/>
            <a:ext cx="495300" cy="495300"/>
          </a:xfrm>
          <a:prstGeom xmlns:a="http://schemas.openxmlformats.org/drawingml/2006/main" prst="rect">
            <a:avLst/>
          </a:prstGeom>
        </p:spPr>
      </p:pic>
      <p:sp>
        <p:nvSpPr>
          <p:cNvPr id="16" name="text-13">
            <a:extLst xmlns:a="http://schemas.openxmlformats.org/drawingml/2006/main">
              <a:ext uri="{FF2B5EF4-FFF2-40B4-BE49-F238E27FC236}">
                <a16:creationId xmlns:a16="http://schemas.microsoft.com/office/drawing/2014/main" id="{1603025A-9756-408F-B203-5B25363C536B}"/>
              </a:ext>
            </a:extLst>
          </p:cNvPr>
          <p:cNvSpPr>
            <a:spLocks xmlns:a="http://schemas.openxmlformats.org/drawingml/2006/main" noGrp="1"/>
          </p:cNvSpPr>
          <p:nvPr/>
        </p:nvSpPr>
        <p:spPr>
          <a:xfrm xmlns:a="http://schemas.openxmlformats.org/drawingml/2006/main">
            <a:off x="10982325" y="2095500"/>
            <a:ext cx="33051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73B5E"/>
                </a:solidFill>
                <a:latin typeface="Nimbus Sans"/>
                <a:ea typeface="Nimbus Sans"/>
                <a:cs typeface="Nimbus Sans"/>
              </a:defRPr>
            </a:defPPr>
            <a:lvl1pPr>
              <a:buNone/>
              <a:defRPr sz="2100" b="1">
                <a:solidFill>
                  <a:srgbClr val="173B5E"/>
                </a:solidFill>
                <a:latin typeface="Nimbus Sans"/>
                <a:ea typeface="Nimbus Sans"/>
                <a:cs typeface="Nimbus Sans"/>
              </a:defRPr>
            </a:lvl1pPr>
            <a:lvl2pPr>
              <a:buNone/>
              <a:defRPr sz="2100" b="1">
                <a:solidFill>
                  <a:srgbClr val="173B5E"/>
                </a:solidFill>
                <a:latin typeface="Nimbus Sans"/>
                <a:ea typeface="Nimbus Sans"/>
                <a:cs typeface="Nimbus Sans"/>
              </a:defRPr>
            </a:lvl2pPr>
            <a:lvl3pPr>
              <a:buNone/>
              <a:defRPr sz="2100" b="1">
                <a:solidFill>
                  <a:srgbClr val="173B5E"/>
                </a:solidFill>
                <a:latin typeface="Nimbus Sans"/>
                <a:ea typeface="Nimbus Sans"/>
                <a:cs typeface="Nimbus Sans"/>
              </a:defRPr>
            </a:lvl3pPr>
            <a:lvl4pPr>
              <a:buNone/>
              <a:defRPr sz="2100" b="1">
                <a:solidFill>
                  <a:srgbClr val="173B5E"/>
                </a:solidFill>
                <a:latin typeface="Nimbus Sans"/>
                <a:ea typeface="Nimbus Sans"/>
                <a:cs typeface="Nimbus Sans"/>
              </a:defRPr>
            </a:lvl4pPr>
            <a:lvl5pPr>
              <a:buNone/>
              <a:defRPr sz="2100" b="1">
                <a:solidFill>
                  <a:srgbClr val="173B5E"/>
                </a:solidFill>
                <a:latin typeface="Nimbus Sans"/>
                <a:ea typeface="Nimbus Sans"/>
                <a:cs typeface="Nimbus Sans"/>
              </a:defRPr>
            </a:lvl5pPr>
            <a:lvl6pPr>
              <a:buNone/>
              <a:defRPr sz="2100" b="1">
                <a:solidFill>
                  <a:srgbClr val="173B5E"/>
                </a:solidFill>
                <a:latin typeface="Nimbus Sans"/>
                <a:ea typeface="Nimbus Sans"/>
                <a:cs typeface="Nimbus Sans"/>
              </a:defRPr>
            </a:lvl6pPr>
            <a:lvl7pPr>
              <a:buNone/>
              <a:defRPr sz="2100" b="1">
                <a:solidFill>
                  <a:srgbClr val="173B5E"/>
                </a:solidFill>
                <a:latin typeface="Nimbus Sans"/>
                <a:ea typeface="Nimbus Sans"/>
                <a:cs typeface="Nimbus Sans"/>
              </a:defRPr>
            </a:lvl7pPr>
            <a:lvl8pPr>
              <a:buNone/>
              <a:defRPr sz="2100" b="1">
                <a:solidFill>
                  <a:srgbClr val="173B5E"/>
                </a:solidFill>
                <a:latin typeface="Nimbus Sans"/>
                <a:ea typeface="Nimbus Sans"/>
                <a:cs typeface="Nimbus Sans"/>
              </a:defRPr>
            </a:lvl8pPr>
            <a:lvl9pPr>
              <a:buNone/>
              <a:defRPr sz="2100" b="1">
                <a:solidFill>
                  <a:srgbClr val="173B5E"/>
                </a:solidFill>
                <a:latin typeface="Nimbus Sans"/>
                <a:ea typeface="Nimbus Sans"/>
                <a:cs typeface="Nimbus Sans"/>
              </a:defRPr>
            </a:lvl9pPr>
          </a:lstStyle>
          <a:p xmlns:a="http://schemas.openxmlformats.org/drawingml/2006/main">
            <a:pPr>
              <a:buNone/>
              <a:defRPr sz="2100" b="1">
                <a:solidFill>
                  <a:srgbClr val="173B5E"/>
                </a:solidFill>
                <a:latin typeface="Nimbus Sans"/>
                <a:ea typeface="Nimbus Sans"/>
                <a:cs typeface="Nimbus Sans"/>
              </a:defRPr>
            </a:pPr>
            <a:r>
              <a:rPr sz="2100" b="1">
                <a:solidFill>
                  <a:srgbClr val="173B5E"/>
                </a:solidFill>
                <a:latin typeface="Nimbus Sans"/>
                <a:ea typeface="Nimbus Sans"/>
                <a:cs typeface="Nimbus Sans"/>
              </a:rPr>
              <a:t>Buyer</a:t>
            </a:r>
          </a:p>
        </p:txBody>
      </p:sp>
      <p:sp>
        <p:nvSpPr>
          <p:cNvPr id="17" name="text-14">
            <a:extLst xmlns:a="http://schemas.openxmlformats.org/drawingml/2006/main">
              <a:ext uri="{FF2B5EF4-FFF2-40B4-BE49-F238E27FC236}">
                <a16:creationId xmlns:a16="http://schemas.microsoft.com/office/drawing/2014/main" id="{C1BC029D-2D7A-4144-B21F-EE9829A05F6D}"/>
              </a:ext>
            </a:extLst>
          </p:cNvPr>
          <p:cNvSpPr>
            <a:spLocks xmlns:a="http://schemas.openxmlformats.org/drawingml/2006/main" noGrp="1"/>
          </p:cNvSpPr>
          <p:nvPr/>
        </p:nvSpPr>
        <p:spPr>
          <a:xfrm xmlns:a="http://schemas.openxmlformats.org/drawingml/2006/main">
            <a:off x="10982325" y="2543175"/>
            <a:ext cx="33051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2C40"/>
                </a:solidFill>
                <a:latin typeface="Nimbus Sans"/>
                <a:ea typeface="Nimbus Sans"/>
                <a:cs typeface="Nimbus Sans"/>
              </a:defRPr>
            </a:defPPr>
            <a:lvl1pPr>
              <a:buNone/>
              <a:defRPr sz="2025" b="0">
                <a:solidFill>
                  <a:srgbClr val="182C40"/>
                </a:solidFill>
                <a:latin typeface="Nimbus Sans"/>
                <a:ea typeface="Nimbus Sans"/>
                <a:cs typeface="Nimbus Sans"/>
              </a:defRPr>
            </a:lvl1pPr>
            <a:lvl2pPr>
              <a:buNone/>
              <a:defRPr sz="2025" b="0">
                <a:solidFill>
                  <a:srgbClr val="182C40"/>
                </a:solidFill>
                <a:latin typeface="Nimbus Sans"/>
                <a:ea typeface="Nimbus Sans"/>
                <a:cs typeface="Nimbus Sans"/>
              </a:defRPr>
            </a:lvl2pPr>
            <a:lvl3pPr>
              <a:buNone/>
              <a:defRPr sz="2025" b="0">
                <a:solidFill>
                  <a:srgbClr val="182C40"/>
                </a:solidFill>
                <a:latin typeface="Nimbus Sans"/>
                <a:ea typeface="Nimbus Sans"/>
                <a:cs typeface="Nimbus Sans"/>
              </a:defRPr>
            </a:lvl3pPr>
            <a:lvl4pPr>
              <a:buNone/>
              <a:defRPr sz="2025" b="0">
                <a:solidFill>
                  <a:srgbClr val="182C40"/>
                </a:solidFill>
                <a:latin typeface="Nimbus Sans"/>
                <a:ea typeface="Nimbus Sans"/>
                <a:cs typeface="Nimbus Sans"/>
              </a:defRPr>
            </a:lvl4pPr>
            <a:lvl5pPr>
              <a:buNone/>
              <a:defRPr sz="2025" b="0">
                <a:solidFill>
                  <a:srgbClr val="182C40"/>
                </a:solidFill>
                <a:latin typeface="Nimbus Sans"/>
                <a:ea typeface="Nimbus Sans"/>
                <a:cs typeface="Nimbus Sans"/>
              </a:defRPr>
            </a:lvl5pPr>
            <a:lvl6pPr>
              <a:buNone/>
              <a:defRPr sz="2025" b="0">
                <a:solidFill>
                  <a:srgbClr val="182C40"/>
                </a:solidFill>
                <a:latin typeface="Nimbus Sans"/>
                <a:ea typeface="Nimbus Sans"/>
                <a:cs typeface="Nimbus Sans"/>
              </a:defRPr>
            </a:lvl6pPr>
            <a:lvl7pPr>
              <a:buNone/>
              <a:defRPr sz="2025" b="0">
                <a:solidFill>
                  <a:srgbClr val="182C40"/>
                </a:solidFill>
                <a:latin typeface="Nimbus Sans"/>
                <a:ea typeface="Nimbus Sans"/>
                <a:cs typeface="Nimbus Sans"/>
              </a:defRPr>
            </a:lvl7pPr>
            <a:lvl8pPr>
              <a:buNone/>
              <a:defRPr sz="2025" b="0">
                <a:solidFill>
                  <a:srgbClr val="182C40"/>
                </a:solidFill>
                <a:latin typeface="Nimbus Sans"/>
                <a:ea typeface="Nimbus Sans"/>
                <a:cs typeface="Nimbus Sans"/>
              </a:defRPr>
            </a:lvl8pPr>
            <a:lvl9pPr>
              <a:buNone/>
              <a:defRPr sz="2025" b="0">
                <a:solidFill>
                  <a:srgbClr val="182C40"/>
                </a:solidFill>
                <a:latin typeface="Nimbus Sans"/>
                <a:ea typeface="Nimbus Sans"/>
                <a:cs typeface="Nimbus Sans"/>
              </a:defRPr>
            </a:lvl9pPr>
          </a:lstStyle>
          <a:p xmlns:a="http://schemas.openxmlformats.org/drawingml/2006/main">
            <a:pPr>
              <a:buNone/>
              <a:defRPr sz="2025" b="0">
                <a:solidFill>
                  <a:srgbClr val="182C40"/>
                </a:solidFill>
                <a:latin typeface="Nimbus Sans"/>
                <a:ea typeface="Nimbus Sans"/>
                <a:cs typeface="Nimbus Sans"/>
              </a:defRPr>
            </a:pPr>
            <a:r>
              <a:rPr sz="2025" b="0">
                <a:solidFill>
                  <a:srgbClr val="182C40"/>
                </a:solidFill>
                <a:latin typeface="Nimbus Sans"/>
                <a:ea typeface="Nimbus Sans"/>
                <a:cs typeface="Nimbus Sans"/>
              </a:rPr>
              <a:t>Value for budget</a:t>
            </a:r>
          </a:p>
        </p:txBody>
      </p:sp>
      <p:sp>
        <p:nvSpPr>
          <p:cNvPr id="18" name="text-15">
            <a:extLst xmlns:a="http://schemas.openxmlformats.org/drawingml/2006/main">
              <a:ext uri="{FF2B5EF4-FFF2-40B4-BE49-F238E27FC236}">
                <a16:creationId xmlns:a16="http://schemas.microsoft.com/office/drawing/2014/main" id="{82FAA6BE-326D-4D00-9573-A091B4877E2D}"/>
              </a:ext>
            </a:extLst>
          </p:cNvPr>
          <p:cNvSpPr>
            <a:spLocks xmlns:a="http://schemas.openxmlformats.org/drawingml/2006/main" noGrp="1"/>
          </p:cNvSpPr>
          <p:nvPr/>
        </p:nvSpPr>
        <p:spPr>
          <a:xfrm xmlns:a="http://schemas.openxmlformats.org/drawingml/2006/main">
            <a:off x="10982325" y="2933700"/>
            <a:ext cx="3305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77A"/>
                </a:solidFill>
                <a:latin typeface="Nimbus Sans"/>
                <a:ea typeface="Nimbus Sans"/>
                <a:cs typeface="Nimbus Sans"/>
              </a:defRPr>
            </a:defPPr>
            <a:lvl1pPr>
              <a:buNone/>
              <a:defRPr sz="1575" b="0">
                <a:solidFill>
                  <a:srgbClr val="52677A"/>
                </a:solidFill>
                <a:latin typeface="Nimbus Sans"/>
                <a:ea typeface="Nimbus Sans"/>
                <a:cs typeface="Nimbus Sans"/>
              </a:defRPr>
            </a:lvl1pPr>
            <a:lvl2pPr>
              <a:buNone/>
              <a:defRPr sz="1575" b="0">
                <a:solidFill>
                  <a:srgbClr val="52677A"/>
                </a:solidFill>
                <a:latin typeface="Nimbus Sans"/>
                <a:ea typeface="Nimbus Sans"/>
                <a:cs typeface="Nimbus Sans"/>
              </a:defRPr>
            </a:lvl2pPr>
            <a:lvl3pPr>
              <a:buNone/>
              <a:defRPr sz="1575" b="0">
                <a:solidFill>
                  <a:srgbClr val="52677A"/>
                </a:solidFill>
                <a:latin typeface="Nimbus Sans"/>
                <a:ea typeface="Nimbus Sans"/>
                <a:cs typeface="Nimbus Sans"/>
              </a:defRPr>
            </a:lvl3pPr>
            <a:lvl4pPr>
              <a:buNone/>
              <a:defRPr sz="1575" b="0">
                <a:solidFill>
                  <a:srgbClr val="52677A"/>
                </a:solidFill>
                <a:latin typeface="Nimbus Sans"/>
                <a:ea typeface="Nimbus Sans"/>
                <a:cs typeface="Nimbus Sans"/>
              </a:defRPr>
            </a:lvl4pPr>
            <a:lvl5pPr>
              <a:buNone/>
              <a:defRPr sz="1575" b="0">
                <a:solidFill>
                  <a:srgbClr val="52677A"/>
                </a:solidFill>
                <a:latin typeface="Nimbus Sans"/>
                <a:ea typeface="Nimbus Sans"/>
                <a:cs typeface="Nimbus Sans"/>
              </a:defRPr>
            </a:lvl5pPr>
            <a:lvl6pPr>
              <a:buNone/>
              <a:defRPr sz="1575" b="0">
                <a:solidFill>
                  <a:srgbClr val="52677A"/>
                </a:solidFill>
                <a:latin typeface="Nimbus Sans"/>
                <a:ea typeface="Nimbus Sans"/>
                <a:cs typeface="Nimbus Sans"/>
              </a:defRPr>
            </a:lvl6pPr>
            <a:lvl7pPr>
              <a:buNone/>
              <a:defRPr sz="1575" b="0">
                <a:solidFill>
                  <a:srgbClr val="52677A"/>
                </a:solidFill>
                <a:latin typeface="Nimbus Sans"/>
                <a:ea typeface="Nimbus Sans"/>
                <a:cs typeface="Nimbus Sans"/>
              </a:defRPr>
            </a:lvl7pPr>
            <a:lvl8pPr>
              <a:buNone/>
              <a:defRPr sz="1575" b="0">
                <a:solidFill>
                  <a:srgbClr val="52677A"/>
                </a:solidFill>
                <a:latin typeface="Nimbus Sans"/>
                <a:ea typeface="Nimbus Sans"/>
                <a:cs typeface="Nimbus Sans"/>
              </a:defRPr>
            </a:lvl8pPr>
            <a:lvl9pPr>
              <a:buNone/>
              <a:defRPr sz="1575" b="0">
                <a:solidFill>
                  <a:srgbClr val="52677A"/>
                </a:solidFill>
                <a:latin typeface="Nimbus Sans"/>
                <a:ea typeface="Nimbus Sans"/>
                <a:cs typeface="Nimbus Sans"/>
              </a:defRPr>
            </a:lvl9pPr>
          </a:lstStyle>
          <a:p xmlns:a="http://schemas.openxmlformats.org/drawingml/2006/main">
            <a:pPr>
              <a:buNone/>
              <a:defRPr sz="1575" b="0">
                <a:solidFill>
                  <a:srgbClr val="52677A"/>
                </a:solidFill>
                <a:latin typeface="Nimbus Sans"/>
                <a:ea typeface="Nimbus Sans"/>
                <a:cs typeface="Nimbus Sans"/>
              </a:defRPr>
            </a:pPr>
            <a:r>
              <a:rPr sz="1575" b="0">
                <a:solidFill>
                  <a:srgbClr val="52677A"/>
                </a:solidFill>
                <a:latin typeface="Nimbus Sans"/>
                <a:ea typeface="Nimbus Sans"/>
                <a:cs typeface="Nimbus Sans"/>
              </a:rPr>
              <a:t>TCO and accepted proof</a:t>
            </a:r>
          </a:p>
        </p:txBody>
      </p:sp>
      <p:sp>
        <p:nvSpPr>
          <p:cNvPr id="19" name="role-anchor-2">
            <a:extLst xmlns:a="http://schemas.openxmlformats.org/drawingml/2006/main">
              <a:ext uri="{FF2B5EF4-FFF2-40B4-BE49-F238E27FC236}">
                <a16:creationId xmlns:a16="http://schemas.microsoft.com/office/drawing/2014/main" id="{ABD8B38B-622F-460A-B43D-5D55712DCE12}"/>
              </a:ext>
            </a:extLst>
          </p:cNvPr>
          <p:cNvSpPr>
            <a:spLocks xmlns:a="http://schemas.openxmlformats.org/drawingml/2006/main" noGrp="1"/>
          </p:cNvSpPr>
          <p:nvPr/>
        </p:nvSpPr>
        <p:spPr>
          <a:xfrm xmlns:a="http://schemas.openxmlformats.org/drawingml/2006/main">
            <a:off x="952500" y="4705350"/>
            <a:ext cx="4000500" cy="1238250"/>
          </a:xfrm>
          <a:prstGeom xmlns:a="http://schemas.openxmlformats.org/drawingml/2006/main" prst="rect">
            <a:avLst/>
          </a:prstGeom>
          <a:noFill xmlns:a="http://schemas.openxmlformats.org/drawingml/2006/main"/>
          <a:ln xmlns:a="http://schemas.openxmlformats.org/drawingml/2006/main" w="0">
            <a:noFill/>
            <a:prstDash val="solid"/>
          </a:ln>
        </p:spPr>
      </p:sp>
      <p:pic>
        <p:nvPicPr>
          <p:cNvPr id="21" name="">
            <a:extLst xmlns:a="http://schemas.openxmlformats.org/drawingml/2006/main">
              <a:ext uri="{FF2B5EF4-FFF2-40B4-BE49-F238E27FC236}">
                <a16:creationId xmlns:a16="http://schemas.microsoft.com/office/drawing/2014/main" id="{6F9013E9-B76A-490C-9844-EADA70E85C85}"/>
              </a:ext>
            </a:extLst>
          </p:cNvPr>
          <p:cNvPicPr>
            <a:picLocks xmlns:a="http://schemas.openxmlformats.org/drawingml/2006/main" noChangeAspect="1"/>
          </p:cNvPicPr>
          <p:nvPr/>
        </p:nvPicPr>
        <p:blipFill>
          <a:blip xmlns:r="http://schemas.openxmlformats.org/officeDocument/2006/relationships" xmlns:a="http://schemas.openxmlformats.org/drawingml/2006/main" r:embed="Rad1470d0231d4190">
            <a:extLst>
              <a:ext uri="{96DAC541-7B7A-43D3-8B79-37D633B846F1}">
                <asvg:svgBlip xmlns:asvg="http://schemas.microsoft.com/office/drawing/2016/SVG/main" r:embed="R183281c4bf474191"/>
              </a:ext>
            </a:extLst>
          </a:blip>
          <a:stretch xmlns:a="http://schemas.openxmlformats.org/drawingml/2006/main"/>
        </p:blipFill>
        <p:spPr>
          <a:xfrm xmlns:a="http://schemas.openxmlformats.org/drawingml/2006/main">
            <a:off x="952500" y="4743450"/>
            <a:ext cx="495300" cy="495300"/>
          </a:xfrm>
          <a:prstGeom xmlns:a="http://schemas.openxmlformats.org/drawingml/2006/main" prst="rect">
            <a:avLst/>
          </a:prstGeom>
        </p:spPr>
      </p:pic>
      <p:sp>
        <p:nvSpPr>
          <p:cNvPr id="22" name="text-18">
            <a:extLst xmlns:a="http://schemas.openxmlformats.org/drawingml/2006/main">
              <a:ext uri="{FF2B5EF4-FFF2-40B4-BE49-F238E27FC236}">
                <a16:creationId xmlns:a16="http://schemas.microsoft.com/office/drawing/2014/main" id="{B8D3FFA4-0E27-47C5-86BF-1486CDB2BF50}"/>
              </a:ext>
            </a:extLst>
          </p:cNvPr>
          <p:cNvSpPr>
            <a:spLocks xmlns:a="http://schemas.openxmlformats.org/drawingml/2006/main" noGrp="1"/>
          </p:cNvSpPr>
          <p:nvPr/>
        </p:nvSpPr>
        <p:spPr>
          <a:xfrm xmlns:a="http://schemas.openxmlformats.org/drawingml/2006/main">
            <a:off x="1647825" y="4705350"/>
            <a:ext cx="33051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73B5E"/>
                </a:solidFill>
                <a:latin typeface="Nimbus Sans"/>
                <a:ea typeface="Nimbus Sans"/>
                <a:cs typeface="Nimbus Sans"/>
              </a:defRPr>
            </a:defPPr>
            <a:lvl1pPr>
              <a:buNone/>
              <a:defRPr sz="2100" b="1">
                <a:solidFill>
                  <a:srgbClr val="173B5E"/>
                </a:solidFill>
                <a:latin typeface="Nimbus Sans"/>
                <a:ea typeface="Nimbus Sans"/>
                <a:cs typeface="Nimbus Sans"/>
              </a:defRPr>
            </a:lvl1pPr>
            <a:lvl2pPr>
              <a:buNone/>
              <a:defRPr sz="2100" b="1">
                <a:solidFill>
                  <a:srgbClr val="173B5E"/>
                </a:solidFill>
                <a:latin typeface="Nimbus Sans"/>
                <a:ea typeface="Nimbus Sans"/>
                <a:cs typeface="Nimbus Sans"/>
              </a:defRPr>
            </a:lvl2pPr>
            <a:lvl3pPr>
              <a:buNone/>
              <a:defRPr sz="2100" b="1">
                <a:solidFill>
                  <a:srgbClr val="173B5E"/>
                </a:solidFill>
                <a:latin typeface="Nimbus Sans"/>
                <a:ea typeface="Nimbus Sans"/>
                <a:cs typeface="Nimbus Sans"/>
              </a:defRPr>
            </a:lvl3pPr>
            <a:lvl4pPr>
              <a:buNone/>
              <a:defRPr sz="2100" b="1">
                <a:solidFill>
                  <a:srgbClr val="173B5E"/>
                </a:solidFill>
                <a:latin typeface="Nimbus Sans"/>
                <a:ea typeface="Nimbus Sans"/>
                <a:cs typeface="Nimbus Sans"/>
              </a:defRPr>
            </a:lvl4pPr>
            <a:lvl5pPr>
              <a:buNone/>
              <a:defRPr sz="2100" b="1">
                <a:solidFill>
                  <a:srgbClr val="173B5E"/>
                </a:solidFill>
                <a:latin typeface="Nimbus Sans"/>
                <a:ea typeface="Nimbus Sans"/>
                <a:cs typeface="Nimbus Sans"/>
              </a:defRPr>
            </a:lvl5pPr>
            <a:lvl6pPr>
              <a:buNone/>
              <a:defRPr sz="2100" b="1">
                <a:solidFill>
                  <a:srgbClr val="173B5E"/>
                </a:solidFill>
                <a:latin typeface="Nimbus Sans"/>
                <a:ea typeface="Nimbus Sans"/>
                <a:cs typeface="Nimbus Sans"/>
              </a:defRPr>
            </a:lvl6pPr>
            <a:lvl7pPr>
              <a:buNone/>
              <a:defRPr sz="2100" b="1">
                <a:solidFill>
                  <a:srgbClr val="173B5E"/>
                </a:solidFill>
                <a:latin typeface="Nimbus Sans"/>
                <a:ea typeface="Nimbus Sans"/>
                <a:cs typeface="Nimbus Sans"/>
              </a:defRPr>
            </a:lvl7pPr>
            <a:lvl8pPr>
              <a:buNone/>
              <a:defRPr sz="2100" b="1">
                <a:solidFill>
                  <a:srgbClr val="173B5E"/>
                </a:solidFill>
                <a:latin typeface="Nimbus Sans"/>
                <a:ea typeface="Nimbus Sans"/>
                <a:cs typeface="Nimbus Sans"/>
              </a:defRPr>
            </a:lvl8pPr>
            <a:lvl9pPr>
              <a:buNone/>
              <a:defRPr sz="2100" b="1">
                <a:solidFill>
                  <a:srgbClr val="173B5E"/>
                </a:solidFill>
                <a:latin typeface="Nimbus Sans"/>
                <a:ea typeface="Nimbus Sans"/>
                <a:cs typeface="Nimbus Sans"/>
              </a:defRPr>
            </a:lvl9pPr>
          </a:lstStyle>
          <a:p xmlns:a="http://schemas.openxmlformats.org/drawingml/2006/main">
            <a:pPr>
              <a:buNone/>
              <a:defRPr sz="2100" b="1">
                <a:solidFill>
                  <a:srgbClr val="173B5E"/>
                </a:solidFill>
                <a:latin typeface="Nimbus Sans"/>
                <a:ea typeface="Nimbus Sans"/>
                <a:cs typeface="Nimbus Sans"/>
              </a:defRPr>
            </a:pPr>
            <a:r>
              <a:rPr sz="2100" b="1">
                <a:solidFill>
                  <a:srgbClr val="173B5E"/>
                </a:solidFill>
                <a:latin typeface="Nimbus Sans"/>
                <a:ea typeface="Nimbus Sans"/>
                <a:cs typeface="Nimbus Sans"/>
              </a:rPr>
              <a:t>Product / engineering</a:t>
            </a:r>
          </a:p>
        </p:txBody>
      </p:sp>
      <p:sp>
        <p:nvSpPr>
          <p:cNvPr id="23" name="text-19">
            <a:extLst xmlns:a="http://schemas.openxmlformats.org/drawingml/2006/main">
              <a:ext uri="{FF2B5EF4-FFF2-40B4-BE49-F238E27FC236}">
                <a16:creationId xmlns:a16="http://schemas.microsoft.com/office/drawing/2014/main" id="{F3911ED1-15FF-41EA-82AE-21AA11BE8D5F}"/>
              </a:ext>
            </a:extLst>
          </p:cNvPr>
          <p:cNvSpPr>
            <a:spLocks xmlns:a="http://schemas.openxmlformats.org/drawingml/2006/main" noGrp="1"/>
          </p:cNvSpPr>
          <p:nvPr/>
        </p:nvSpPr>
        <p:spPr>
          <a:xfrm xmlns:a="http://schemas.openxmlformats.org/drawingml/2006/main">
            <a:off x="1647825" y="5153025"/>
            <a:ext cx="33051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2C40"/>
                </a:solidFill>
                <a:latin typeface="Nimbus Sans"/>
                <a:ea typeface="Nimbus Sans"/>
                <a:cs typeface="Nimbus Sans"/>
              </a:defRPr>
            </a:defPPr>
            <a:lvl1pPr>
              <a:buNone/>
              <a:defRPr sz="2025" b="0">
                <a:solidFill>
                  <a:srgbClr val="182C40"/>
                </a:solidFill>
                <a:latin typeface="Nimbus Sans"/>
                <a:ea typeface="Nimbus Sans"/>
                <a:cs typeface="Nimbus Sans"/>
              </a:defRPr>
            </a:lvl1pPr>
            <a:lvl2pPr>
              <a:buNone/>
              <a:defRPr sz="2025" b="0">
                <a:solidFill>
                  <a:srgbClr val="182C40"/>
                </a:solidFill>
                <a:latin typeface="Nimbus Sans"/>
                <a:ea typeface="Nimbus Sans"/>
                <a:cs typeface="Nimbus Sans"/>
              </a:defRPr>
            </a:lvl2pPr>
            <a:lvl3pPr>
              <a:buNone/>
              <a:defRPr sz="2025" b="0">
                <a:solidFill>
                  <a:srgbClr val="182C40"/>
                </a:solidFill>
                <a:latin typeface="Nimbus Sans"/>
                <a:ea typeface="Nimbus Sans"/>
                <a:cs typeface="Nimbus Sans"/>
              </a:defRPr>
            </a:lvl3pPr>
            <a:lvl4pPr>
              <a:buNone/>
              <a:defRPr sz="2025" b="0">
                <a:solidFill>
                  <a:srgbClr val="182C40"/>
                </a:solidFill>
                <a:latin typeface="Nimbus Sans"/>
                <a:ea typeface="Nimbus Sans"/>
                <a:cs typeface="Nimbus Sans"/>
              </a:defRPr>
            </a:lvl4pPr>
            <a:lvl5pPr>
              <a:buNone/>
              <a:defRPr sz="2025" b="0">
                <a:solidFill>
                  <a:srgbClr val="182C40"/>
                </a:solidFill>
                <a:latin typeface="Nimbus Sans"/>
                <a:ea typeface="Nimbus Sans"/>
                <a:cs typeface="Nimbus Sans"/>
              </a:defRPr>
            </a:lvl5pPr>
            <a:lvl6pPr>
              <a:buNone/>
              <a:defRPr sz="2025" b="0">
                <a:solidFill>
                  <a:srgbClr val="182C40"/>
                </a:solidFill>
                <a:latin typeface="Nimbus Sans"/>
                <a:ea typeface="Nimbus Sans"/>
                <a:cs typeface="Nimbus Sans"/>
              </a:defRPr>
            </a:lvl6pPr>
            <a:lvl7pPr>
              <a:buNone/>
              <a:defRPr sz="2025" b="0">
                <a:solidFill>
                  <a:srgbClr val="182C40"/>
                </a:solidFill>
                <a:latin typeface="Nimbus Sans"/>
                <a:ea typeface="Nimbus Sans"/>
                <a:cs typeface="Nimbus Sans"/>
              </a:defRPr>
            </a:lvl7pPr>
            <a:lvl8pPr>
              <a:buNone/>
              <a:defRPr sz="2025" b="0">
                <a:solidFill>
                  <a:srgbClr val="182C40"/>
                </a:solidFill>
                <a:latin typeface="Nimbus Sans"/>
                <a:ea typeface="Nimbus Sans"/>
                <a:cs typeface="Nimbus Sans"/>
              </a:defRPr>
            </a:lvl8pPr>
            <a:lvl9pPr>
              <a:buNone/>
              <a:defRPr sz="2025" b="0">
                <a:solidFill>
                  <a:srgbClr val="182C40"/>
                </a:solidFill>
                <a:latin typeface="Nimbus Sans"/>
                <a:ea typeface="Nimbus Sans"/>
                <a:cs typeface="Nimbus Sans"/>
              </a:defRPr>
            </a:lvl9pPr>
          </a:lstStyle>
          <a:p xmlns:a="http://schemas.openxmlformats.org/drawingml/2006/main">
            <a:pPr>
              <a:buNone/>
              <a:defRPr sz="2025" b="0">
                <a:solidFill>
                  <a:srgbClr val="182C40"/>
                </a:solidFill>
                <a:latin typeface="Nimbus Sans"/>
                <a:ea typeface="Nimbus Sans"/>
                <a:cs typeface="Nimbus Sans"/>
              </a:defRPr>
            </a:pPr>
            <a:r>
              <a:rPr sz="2025" b="0">
                <a:solidFill>
                  <a:srgbClr val="182C40"/>
                </a:solidFill>
                <a:latin typeface="Nimbus Sans"/>
                <a:ea typeface="Nimbus Sans"/>
                <a:cs typeface="Nimbus Sans"/>
              </a:rPr>
              <a:t>Supported conditions</a:t>
            </a:r>
          </a:p>
        </p:txBody>
      </p:sp>
      <p:sp>
        <p:nvSpPr>
          <p:cNvPr id="24" name="text-20">
            <a:extLst xmlns:a="http://schemas.openxmlformats.org/drawingml/2006/main">
              <a:ext uri="{FF2B5EF4-FFF2-40B4-BE49-F238E27FC236}">
                <a16:creationId xmlns:a16="http://schemas.microsoft.com/office/drawing/2014/main" id="{0FD81B52-6863-47E6-B576-DDD3E6038C65}"/>
              </a:ext>
            </a:extLst>
          </p:cNvPr>
          <p:cNvSpPr>
            <a:spLocks xmlns:a="http://schemas.openxmlformats.org/drawingml/2006/main" noGrp="1"/>
          </p:cNvSpPr>
          <p:nvPr/>
        </p:nvSpPr>
        <p:spPr>
          <a:xfrm xmlns:a="http://schemas.openxmlformats.org/drawingml/2006/main">
            <a:off x="1647825" y="5543550"/>
            <a:ext cx="3305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77A"/>
                </a:solidFill>
                <a:latin typeface="Nimbus Sans"/>
                <a:ea typeface="Nimbus Sans"/>
                <a:cs typeface="Nimbus Sans"/>
              </a:defRPr>
            </a:defPPr>
            <a:lvl1pPr>
              <a:buNone/>
              <a:defRPr sz="1575" b="0">
                <a:solidFill>
                  <a:srgbClr val="52677A"/>
                </a:solidFill>
                <a:latin typeface="Nimbus Sans"/>
                <a:ea typeface="Nimbus Sans"/>
                <a:cs typeface="Nimbus Sans"/>
              </a:defRPr>
            </a:lvl1pPr>
            <a:lvl2pPr>
              <a:buNone/>
              <a:defRPr sz="1575" b="0">
                <a:solidFill>
                  <a:srgbClr val="52677A"/>
                </a:solidFill>
                <a:latin typeface="Nimbus Sans"/>
                <a:ea typeface="Nimbus Sans"/>
                <a:cs typeface="Nimbus Sans"/>
              </a:defRPr>
            </a:lvl2pPr>
            <a:lvl3pPr>
              <a:buNone/>
              <a:defRPr sz="1575" b="0">
                <a:solidFill>
                  <a:srgbClr val="52677A"/>
                </a:solidFill>
                <a:latin typeface="Nimbus Sans"/>
                <a:ea typeface="Nimbus Sans"/>
                <a:cs typeface="Nimbus Sans"/>
              </a:defRPr>
            </a:lvl3pPr>
            <a:lvl4pPr>
              <a:buNone/>
              <a:defRPr sz="1575" b="0">
                <a:solidFill>
                  <a:srgbClr val="52677A"/>
                </a:solidFill>
                <a:latin typeface="Nimbus Sans"/>
                <a:ea typeface="Nimbus Sans"/>
                <a:cs typeface="Nimbus Sans"/>
              </a:defRPr>
            </a:lvl4pPr>
            <a:lvl5pPr>
              <a:buNone/>
              <a:defRPr sz="1575" b="0">
                <a:solidFill>
                  <a:srgbClr val="52677A"/>
                </a:solidFill>
                <a:latin typeface="Nimbus Sans"/>
                <a:ea typeface="Nimbus Sans"/>
                <a:cs typeface="Nimbus Sans"/>
              </a:defRPr>
            </a:lvl5pPr>
            <a:lvl6pPr>
              <a:buNone/>
              <a:defRPr sz="1575" b="0">
                <a:solidFill>
                  <a:srgbClr val="52677A"/>
                </a:solidFill>
                <a:latin typeface="Nimbus Sans"/>
                <a:ea typeface="Nimbus Sans"/>
                <a:cs typeface="Nimbus Sans"/>
              </a:defRPr>
            </a:lvl6pPr>
            <a:lvl7pPr>
              <a:buNone/>
              <a:defRPr sz="1575" b="0">
                <a:solidFill>
                  <a:srgbClr val="52677A"/>
                </a:solidFill>
                <a:latin typeface="Nimbus Sans"/>
                <a:ea typeface="Nimbus Sans"/>
                <a:cs typeface="Nimbus Sans"/>
              </a:defRPr>
            </a:lvl7pPr>
            <a:lvl8pPr>
              <a:buNone/>
              <a:defRPr sz="1575" b="0">
                <a:solidFill>
                  <a:srgbClr val="52677A"/>
                </a:solidFill>
                <a:latin typeface="Nimbus Sans"/>
                <a:ea typeface="Nimbus Sans"/>
                <a:cs typeface="Nimbus Sans"/>
              </a:defRPr>
            </a:lvl8pPr>
            <a:lvl9pPr>
              <a:buNone/>
              <a:defRPr sz="1575" b="0">
                <a:solidFill>
                  <a:srgbClr val="52677A"/>
                </a:solidFill>
                <a:latin typeface="Nimbus Sans"/>
                <a:ea typeface="Nimbus Sans"/>
                <a:cs typeface="Nimbus Sans"/>
              </a:defRPr>
            </a:lvl9pPr>
          </a:lstStyle>
          <a:p xmlns:a="http://schemas.openxmlformats.org/drawingml/2006/main">
            <a:pPr>
              <a:buNone/>
              <a:defRPr sz="1575" b="0">
                <a:solidFill>
                  <a:srgbClr val="52677A"/>
                </a:solidFill>
                <a:latin typeface="Nimbus Sans"/>
                <a:ea typeface="Nimbus Sans"/>
                <a:cs typeface="Nimbus Sans"/>
              </a:defRPr>
            </a:pPr>
            <a:r>
              <a:rPr sz="1575" b="0">
                <a:solidFill>
                  <a:srgbClr val="52677A"/>
                </a:solidFill>
                <a:latin typeface="Nimbus Sans"/>
                <a:ea typeface="Nimbus Sans"/>
                <a:cs typeface="Nimbus Sans"/>
              </a:rPr>
              <a:t>Readiness and integration</a:t>
            </a:r>
          </a:p>
        </p:txBody>
      </p:sp>
      <p:sp>
        <p:nvSpPr>
          <p:cNvPr id="25" name="role-anchor-3">
            <a:extLst xmlns:a="http://schemas.openxmlformats.org/drawingml/2006/main">
              <a:ext uri="{FF2B5EF4-FFF2-40B4-BE49-F238E27FC236}">
                <a16:creationId xmlns:a16="http://schemas.microsoft.com/office/drawing/2014/main" id="{A1D1AA5C-7994-4338-8EFC-4B99C34B1FE5}"/>
              </a:ext>
            </a:extLst>
          </p:cNvPr>
          <p:cNvSpPr>
            <a:spLocks xmlns:a="http://schemas.openxmlformats.org/drawingml/2006/main" noGrp="1"/>
          </p:cNvSpPr>
          <p:nvPr/>
        </p:nvSpPr>
        <p:spPr>
          <a:xfrm xmlns:a="http://schemas.openxmlformats.org/drawingml/2006/main">
            <a:off x="10287000" y="4705350"/>
            <a:ext cx="4000500" cy="1238250"/>
          </a:xfrm>
          <a:prstGeom xmlns:a="http://schemas.openxmlformats.org/drawingml/2006/main" prst="rect">
            <a:avLst/>
          </a:prstGeom>
          <a:noFill xmlns:a="http://schemas.openxmlformats.org/drawingml/2006/main"/>
          <a:ln xmlns:a="http://schemas.openxmlformats.org/drawingml/2006/main" w="0">
            <a:noFill/>
            <a:prstDash val="solid"/>
          </a:ln>
        </p:spPr>
      </p:sp>
      <p:pic>
        <p:nvPicPr>
          <p:cNvPr id="27" name="">
            <a:extLst xmlns:a="http://schemas.openxmlformats.org/drawingml/2006/main">
              <a:ext uri="{FF2B5EF4-FFF2-40B4-BE49-F238E27FC236}">
                <a16:creationId xmlns:a16="http://schemas.microsoft.com/office/drawing/2014/main" id="{38054185-4AE4-46D0-AF82-5F1C6C3C120E}"/>
              </a:ext>
            </a:extLst>
          </p:cNvPr>
          <p:cNvPicPr>
            <a:picLocks xmlns:a="http://schemas.openxmlformats.org/drawingml/2006/main" noChangeAspect="1"/>
          </p:cNvPicPr>
          <p:nvPr/>
        </p:nvPicPr>
        <p:blipFill>
          <a:blip xmlns:r="http://schemas.openxmlformats.org/officeDocument/2006/relationships" xmlns:a="http://schemas.openxmlformats.org/drawingml/2006/main" r:embed="Rc0bece76a78c43a6">
            <a:extLst>
              <a:ext uri="{96DAC541-7B7A-43D3-8B79-37D633B846F1}">
                <asvg:svgBlip xmlns:asvg="http://schemas.microsoft.com/office/drawing/2016/SVG/main" r:embed="Rc191ebc5e3154c61"/>
              </a:ext>
            </a:extLst>
          </a:blip>
          <a:stretch xmlns:a="http://schemas.openxmlformats.org/drawingml/2006/main"/>
        </p:blipFill>
        <p:spPr>
          <a:xfrm xmlns:a="http://schemas.openxmlformats.org/drawingml/2006/main">
            <a:off x="10287000" y="4743450"/>
            <a:ext cx="495300" cy="495300"/>
          </a:xfrm>
          <a:prstGeom xmlns:a="http://schemas.openxmlformats.org/drawingml/2006/main" prst="rect">
            <a:avLst/>
          </a:prstGeom>
        </p:spPr>
      </p:pic>
      <p:sp>
        <p:nvSpPr>
          <p:cNvPr id="28" name="text-23">
            <a:extLst xmlns:a="http://schemas.openxmlformats.org/drawingml/2006/main">
              <a:ext uri="{FF2B5EF4-FFF2-40B4-BE49-F238E27FC236}">
                <a16:creationId xmlns:a16="http://schemas.microsoft.com/office/drawing/2014/main" id="{4FDC4D46-596F-4A5D-B37D-41DDCE4538BB}"/>
              </a:ext>
            </a:extLst>
          </p:cNvPr>
          <p:cNvSpPr>
            <a:spLocks xmlns:a="http://schemas.openxmlformats.org/drawingml/2006/main" noGrp="1"/>
          </p:cNvSpPr>
          <p:nvPr/>
        </p:nvSpPr>
        <p:spPr>
          <a:xfrm xmlns:a="http://schemas.openxmlformats.org/drawingml/2006/main">
            <a:off x="10982325" y="4705350"/>
            <a:ext cx="33051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73B5E"/>
                </a:solidFill>
                <a:latin typeface="Nimbus Sans"/>
                <a:ea typeface="Nimbus Sans"/>
                <a:cs typeface="Nimbus Sans"/>
              </a:defRPr>
            </a:defPPr>
            <a:lvl1pPr>
              <a:buNone/>
              <a:defRPr sz="2100" b="1">
                <a:solidFill>
                  <a:srgbClr val="173B5E"/>
                </a:solidFill>
                <a:latin typeface="Nimbus Sans"/>
                <a:ea typeface="Nimbus Sans"/>
                <a:cs typeface="Nimbus Sans"/>
              </a:defRPr>
            </a:lvl1pPr>
            <a:lvl2pPr>
              <a:buNone/>
              <a:defRPr sz="2100" b="1">
                <a:solidFill>
                  <a:srgbClr val="173B5E"/>
                </a:solidFill>
                <a:latin typeface="Nimbus Sans"/>
                <a:ea typeface="Nimbus Sans"/>
                <a:cs typeface="Nimbus Sans"/>
              </a:defRPr>
            </a:lvl2pPr>
            <a:lvl3pPr>
              <a:buNone/>
              <a:defRPr sz="2100" b="1">
                <a:solidFill>
                  <a:srgbClr val="173B5E"/>
                </a:solidFill>
                <a:latin typeface="Nimbus Sans"/>
                <a:ea typeface="Nimbus Sans"/>
                <a:cs typeface="Nimbus Sans"/>
              </a:defRPr>
            </a:lvl3pPr>
            <a:lvl4pPr>
              <a:buNone/>
              <a:defRPr sz="2100" b="1">
                <a:solidFill>
                  <a:srgbClr val="173B5E"/>
                </a:solidFill>
                <a:latin typeface="Nimbus Sans"/>
                <a:ea typeface="Nimbus Sans"/>
                <a:cs typeface="Nimbus Sans"/>
              </a:defRPr>
            </a:lvl4pPr>
            <a:lvl5pPr>
              <a:buNone/>
              <a:defRPr sz="2100" b="1">
                <a:solidFill>
                  <a:srgbClr val="173B5E"/>
                </a:solidFill>
                <a:latin typeface="Nimbus Sans"/>
                <a:ea typeface="Nimbus Sans"/>
                <a:cs typeface="Nimbus Sans"/>
              </a:defRPr>
            </a:lvl5pPr>
            <a:lvl6pPr>
              <a:buNone/>
              <a:defRPr sz="2100" b="1">
                <a:solidFill>
                  <a:srgbClr val="173B5E"/>
                </a:solidFill>
                <a:latin typeface="Nimbus Sans"/>
                <a:ea typeface="Nimbus Sans"/>
                <a:cs typeface="Nimbus Sans"/>
              </a:defRPr>
            </a:lvl6pPr>
            <a:lvl7pPr>
              <a:buNone/>
              <a:defRPr sz="2100" b="1">
                <a:solidFill>
                  <a:srgbClr val="173B5E"/>
                </a:solidFill>
                <a:latin typeface="Nimbus Sans"/>
                <a:ea typeface="Nimbus Sans"/>
                <a:cs typeface="Nimbus Sans"/>
              </a:defRPr>
            </a:lvl7pPr>
            <a:lvl8pPr>
              <a:buNone/>
              <a:defRPr sz="2100" b="1">
                <a:solidFill>
                  <a:srgbClr val="173B5E"/>
                </a:solidFill>
                <a:latin typeface="Nimbus Sans"/>
                <a:ea typeface="Nimbus Sans"/>
                <a:cs typeface="Nimbus Sans"/>
              </a:defRPr>
            </a:lvl8pPr>
            <a:lvl9pPr>
              <a:buNone/>
              <a:defRPr sz="2100" b="1">
                <a:solidFill>
                  <a:srgbClr val="173B5E"/>
                </a:solidFill>
                <a:latin typeface="Nimbus Sans"/>
                <a:ea typeface="Nimbus Sans"/>
                <a:cs typeface="Nimbus Sans"/>
              </a:defRPr>
            </a:lvl9pPr>
          </a:lstStyle>
          <a:p xmlns:a="http://schemas.openxmlformats.org/drawingml/2006/main">
            <a:pPr>
              <a:buNone/>
              <a:defRPr sz="2100" b="1">
                <a:solidFill>
                  <a:srgbClr val="173B5E"/>
                </a:solidFill>
                <a:latin typeface="Nimbus Sans"/>
                <a:ea typeface="Nimbus Sans"/>
                <a:cs typeface="Nimbus Sans"/>
              </a:defRPr>
            </a:pPr>
            <a:r>
              <a:rPr sz="2100" b="1">
                <a:solidFill>
                  <a:srgbClr val="173B5E"/>
                </a:solidFill>
                <a:latin typeface="Nimbus Sans"/>
                <a:ea typeface="Nimbus Sans"/>
                <a:cs typeface="Nimbus Sans"/>
              </a:rPr>
              <a:t>Security operations</a:t>
            </a:r>
          </a:p>
        </p:txBody>
      </p:sp>
      <p:sp>
        <p:nvSpPr>
          <p:cNvPr id="29" name="text-24">
            <a:extLst xmlns:a="http://schemas.openxmlformats.org/drawingml/2006/main">
              <a:ext uri="{FF2B5EF4-FFF2-40B4-BE49-F238E27FC236}">
                <a16:creationId xmlns:a16="http://schemas.microsoft.com/office/drawing/2014/main" id="{94E59518-AAE7-4306-B0D6-49331E1F371F}"/>
              </a:ext>
            </a:extLst>
          </p:cNvPr>
          <p:cNvSpPr>
            <a:spLocks xmlns:a="http://schemas.openxmlformats.org/drawingml/2006/main" noGrp="1"/>
          </p:cNvSpPr>
          <p:nvPr/>
        </p:nvSpPr>
        <p:spPr>
          <a:xfrm xmlns:a="http://schemas.openxmlformats.org/drawingml/2006/main">
            <a:off x="10982325" y="5153025"/>
            <a:ext cx="33051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2C40"/>
                </a:solidFill>
                <a:latin typeface="Nimbus Sans"/>
                <a:ea typeface="Nimbus Sans"/>
                <a:cs typeface="Nimbus Sans"/>
              </a:defRPr>
            </a:defPPr>
            <a:lvl1pPr>
              <a:buNone/>
              <a:defRPr sz="2025" b="0">
                <a:solidFill>
                  <a:srgbClr val="182C40"/>
                </a:solidFill>
                <a:latin typeface="Nimbus Sans"/>
                <a:ea typeface="Nimbus Sans"/>
                <a:cs typeface="Nimbus Sans"/>
              </a:defRPr>
            </a:lvl1pPr>
            <a:lvl2pPr>
              <a:buNone/>
              <a:defRPr sz="2025" b="0">
                <a:solidFill>
                  <a:srgbClr val="182C40"/>
                </a:solidFill>
                <a:latin typeface="Nimbus Sans"/>
                <a:ea typeface="Nimbus Sans"/>
                <a:cs typeface="Nimbus Sans"/>
              </a:defRPr>
            </a:lvl2pPr>
            <a:lvl3pPr>
              <a:buNone/>
              <a:defRPr sz="2025" b="0">
                <a:solidFill>
                  <a:srgbClr val="182C40"/>
                </a:solidFill>
                <a:latin typeface="Nimbus Sans"/>
                <a:ea typeface="Nimbus Sans"/>
                <a:cs typeface="Nimbus Sans"/>
              </a:defRPr>
            </a:lvl3pPr>
            <a:lvl4pPr>
              <a:buNone/>
              <a:defRPr sz="2025" b="0">
                <a:solidFill>
                  <a:srgbClr val="182C40"/>
                </a:solidFill>
                <a:latin typeface="Nimbus Sans"/>
                <a:ea typeface="Nimbus Sans"/>
                <a:cs typeface="Nimbus Sans"/>
              </a:defRPr>
            </a:lvl4pPr>
            <a:lvl5pPr>
              <a:buNone/>
              <a:defRPr sz="2025" b="0">
                <a:solidFill>
                  <a:srgbClr val="182C40"/>
                </a:solidFill>
                <a:latin typeface="Nimbus Sans"/>
                <a:ea typeface="Nimbus Sans"/>
                <a:cs typeface="Nimbus Sans"/>
              </a:defRPr>
            </a:lvl5pPr>
            <a:lvl6pPr>
              <a:buNone/>
              <a:defRPr sz="2025" b="0">
                <a:solidFill>
                  <a:srgbClr val="182C40"/>
                </a:solidFill>
                <a:latin typeface="Nimbus Sans"/>
                <a:ea typeface="Nimbus Sans"/>
                <a:cs typeface="Nimbus Sans"/>
              </a:defRPr>
            </a:lvl6pPr>
            <a:lvl7pPr>
              <a:buNone/>
              <a:defRPr sz="2025" b="0">
                <a:solidFill>
                  <a:srgbClr val="182C40"/>
                </a:solidFill>
                <a:latin typeface="Nimbus Sans"/>
                <a:ea typeface="Nimbus Sans"/>
                <a:cs typeface="Nimbus Sans"/>
              </a:defRPr>
            </a:lvl7pPr>
            <a:lvl8pPr>
              <a:buNone/>
              <a:defRPr sz="2025" b="0">
                <a:solidFill>
                  <a:srgbClr val="182C40"/>
                </a:solidFill>
                <a:latin typeface="Nimbus Sans"/>
                <a:ea typeface="Nimbus Sans"/>
                <a:cs typeface="Nimbus Sans"/>
              </a:defRPr>
            </a:lvl8pPr>
            <a:lvl9pPr>
              <a:buNone/>
              <a:defRPr sz="2025" b="0">
                <a:solidFill>
                  <a:srgbClr val="182C40"/>
                </a:solidFill>
                <a:latin typeface="Nimbus Sans"/>
                <a:ea typeface="Nimbus Sans"/>
                <a:cs typeface="Nimbus Sans"/>
              </a:defRPr>
            </a:lvl9pPr>
          </a:lstStyle>
          <a:p xmlns:a="http://schemas.openxmlformats.org/drawingml/2006/main">
            <a:pPr>
              <a:buNone/>
              <a:defRPr sz="2025" b="0">
                <a:solidFill>
                  <a:srgbClr val="182C40"/>
                </a:solidFill>
                <a:latin typeface="Nimbus Sans"/>
                <a:ea typeface="Nimbus Sans"/>
                <a:cs typeface="Nimbus Sans"/>
              </a:defRPr>
            </a:pPr>
            <a:r>
              <a:rPr sz="2025" b="0">
                <a:solidFill>
                  <a:srgbClr val="182C40"/>
                </a:solidFill>
                <a:latin typeface="Nimbus Sans"/>
                <a:ea typeface="Nimbus Sans"/>
                <a:cs typeface="Nimbus Sans"/>
              </a:rPr>
              <a:t>Usable workload</a:t>
            </a:r>
          </a:p>
        </p:txBody>
      </p:sp>
      <p:sp>
        <p:nvSpPr>
          <p:cNvPr id="30" name="text-25">
            <a:extLst xmlns:a="http://schemas.openxmlformats.org/drawingml/2006/main">
              <a:ext uri="{FF2B5EF4-FFF2-40B4-BE49-F238E27FC236}">
                <a16:creationId xmlns:a16="http://schemas.microsoft.com/office/drawing/2014/main" id="{C9CC31A8-0AA1-4CF8-BAF9-5A37AAFC5815}"/>
              </a:ext>
            </a:extLst>
          </p:cNvPr>
          <p:cNvSpPr>
            <a:spLocks xmlns:a="http://schemas.openxmlformats.org/drawingml/2006/main" noGrp="1"/>
          </p:cNvSpPr>
          <p:nvPr/>
        </p:nvSpPr>
        <p:spPr>
          <a:xfrm xmlns:a="http://schemas.openxmlformats.org/drawingml/2006/main">
            <a:off x="10982325" y="5543550"/>
            <a:ext cx="3305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77A"/>
                </a:solidFill>
                <a:latin typeface="Nimbus Sans"/>
                <a:ea typeface="Nimbus Sans"/>
                <a:cs typeface="Nimbus Sans"/>
              </a:defRPr>
            </a:defPPr>
            <a:lvl1pPr>
              <a:buNone/>
              <a:defRPr sz="1575" b="0">
                <a:solidFill>
                  <a:srgbClr val="52677A"/>
                </a:solidFill>
                <a:latin typeface="Nimbus Sans"/>
                <a:ea typeface="Nimbus Sans"/>
                <a:cs typeface="Nimbus Sans"/>
              </a:defRPr>
            </a:lvl1pPr>
            <a:lvl2pPr>
              <a:buNone/>
              <a:defRPr sz="1575" b="0">
                <a:solidFill>
                  <a:srgbClr val="52677A"/>
                </a:solidFill>
                <a:latin typeface="Nimbus Sans"/>
                <a:ea typeface="Nimbus Sans"/>
                <a:cs typeface="Nimbus Sans"/>
              </a:defRPr>
            </a:lvl2pPr>
            <a:lvl3pPr>
              <a:buNone/>
              <a:defRPr sz="1575" b="0">
                <a:solidFill>
                  <a:srgbClr val="52677A"/>
                </a:solidFill>
                <a:latin typeface="Nimbus Sans"/>
                <a:ea typeface="Nimbus Sans"/>
                <a:cs typeface="Nimbus Sans"/>
              </a:defRPr>
            </a:lvl3pPr>
            <a:lvl4pPr>
              <a:buNone/>
              <a:defRPr sz="1575" b="0">
                <a:solidFill>
                  <a:srgbClr val="52677A"/>
                </a:solidFill>
                <a:latin typeface="Nimbus Sans"/>
                <a:ea typeface="Nimbus Sans"/>
                <a:cs typeface="Nimbus Sans"/>
              </a:defRPr>
            </a:lvl4pPr>
            <a:lvl5pPr>
              <a:buNone/>
              <a:defRPr sz="1575" b="0">
                <a:solidFill>
                  <a:srgbClr val="52677A"/>
                </a:solidFill>
                <a:latin typeface="Nimbus Sans"/>
                <a:ea typeface="Nimbus Sans"/>
                <a:cs typeface="Nimbus Sans"/>
              </a:defRPr>
            </a:lvl5pPr>
            <a:lvl6pPr>
              <a:buNone/>
              <a:defRPr sz="1575" b="0">
                <a:solidFill>
                  <a:srgbClr val="52677A"/>
                </a:solidFill>
                <a:latin typeface="Nimbus Sans"/>
                <a:ea typeface="Nimbus Sans"/>
                <a:cs typeface="Nimbus Sans"/>
              </a:defRPr>
            </a:lvl6pPr>
            <a:lvl7pPr>
              <a:buNone/>
              <a:defRPr sz="1575" b="0">
                <a:solidFill>
                  <a:srgbClr val="52677A"/>
                </a:solidFill>
                <a:latin typeface="Nimbus Sans"/>
                <a:ea typeface="Nimbus Sans"/>
                <a:cs typeface="Nimbus Sans"/>
              </a:defRPr>
            </a:lvl7pPr>
            <a:lvl8pPr>
              <a:buNone/>
              <a:defRPr sz="1575" b="0">
                <a:solidFill>
                  <a:srgbClr val="52677A"/>
                </a:solidFill>
                <a:latin typeface="Nimbus Sans"/>
                <a:ea typeface="Nimbus Sans"/>
                <a:cs typeface="Nimbus Sans"/>
              </a:defRPr>
            </a:lvl8pPr>
            <a:lvl9pPr>
              <a:buNone/>
              <a:defRPr sz="1575" b="0">
                <a:solidFill>
                  <a:srgbClr val="52677A"/>
                </a:solidFill>
                <a:latin typeface="Nimbus Sans"/>
                <a:ea typeface="Nimbus Sans"/>
                <a:cs typeface="Nimbus Sans"/>
              </a:defRPr>
            </a:lvl9pPr>
          </a:lstStyle>
          <a:p xmlns:a="http://schemas.openxmlformats.org/drawingml/2006/main">
            <a:pPr>
              <a:buNone/>
              <a:defRPr sz="1575" b="0">
                <a:solidFill>
                  <a:srgbClr val="52677A"/>
                </a:solidFill>
                <a:latin typeface="Nimbus Sans"/>
                <a:ea typeface="Nimbus Sans"/>
                <a:cs typeface="Nimbus Sans"/>
              </a:defRPr>
            </a:pPr>
            <a:r>
              <a:rPr sz="1575" b="0">
                <a:solidFill>
                  <a:srgbClr val="52677A"/>
                </a:solidFill>
                <a:latin typeface="Nimbus Sans"/>
                <a:ea typeface="Nimbus Sans"/>
                <a:cs typeface="Nimbus Sans"/>
              </a:rPr>
              <a:t>Alerts and human escalation</a:t>
            </a:r>
          </a:p>
        </p:txBody>
      </p:sp>
      <p:sp>
        <p:nvSpPr>
          <p:cNvPr id="31" name="role-anchor-4">
            <a:extLst xmlns:a="http://schemas.openxmlformats.org/drawingml/2006/main">
              <a:ext uri="{FF2B5EF4-FFF2-40B4-BE49-F238E27FC236}">
                <a16:creationId xmlns:a16="http://schemas.microsoft.com/office/drawing/2014/main" id="{3C002BF6-45B1-4698-AE08-CA709203E799}"/>
              </a:ext>
            </a:extLst>
          </p:cNvPr>
          <p:cNvSpPr>
            <a:spLocks xmlns:a="http://schemas.openxmlformats.org/drawingml/2006/main" noGrp="1"/>
          </p:cNvSpPr>
          <p:nvPr/>
        </p:nvSpPr>
        <p:spPr>
          <a:xfrm xmlns:a="http://schemas.openxmlformats.org/drawingml/2006/main">
            <a:off x="5762625" y="5810250"/>
            <a:ext cx="4095750" cy="1095375"/>
          </a:xfrm>
          <a:prstGeom xmlns:a="http://schemas.openxmlformats.org/drawingml/2006/main" prst="rect">
            <a:avLst/>
          </a:prstGeom>
          <a:noFill xmlns:a="http://schemas.openxmlformats.org/drawingml/2006/main"/>
          <a:ln xmlns:a="http://schemas.openxmlformats.org/drawingml/2006/main" w="0">
            <a:noFill/>
            <a:prstDash val="solid"/>
          </a:ln>
        </p:spPr>
      </p:sp>
      <p:pic>
        <p:nvPicPr>
          <p:cNvPr id="33" name="">
            <a:extLst xmlns:a="http://schemas.openxmlformats.org/drawingml/2006/main">
              <a:ext uri="{FF2B5EF4-FFF2-40B4-BE49-F238E27FC236}">
                <a16:creationId xmlns:a16="http://schemas.microsoft.com/office/drawing/2014/main" id="{52A58AE1-C29D-4812-BE86-A6AFC467F494}"/>
              </a:ext>
            </a:extLst>
          </p:cNvPr>
          <p:cNvPicPr>
            <a:picLocks xmlns:a="http://schemas.openxmlformats.org/drawingml/2006/main" noChangeAspect="1"/>
          </p:cNvPicPr>
          <p:nvPr/>
        </p:nvPicPr>
        <p:blipFill>
          <a:blip xmlns:r="http://schemas.openxmlformats.org/officeDocument/2006/relationships" xmlns:a="http://schemas.openxmlformats.org/drawingml/2006/main" r:embed="R7d4bb14e85294952">
            <a:extLst>
              <a:ext uri="{96DAC541-7B7A-43D3-8B79-37D633B846F1}">
                <asvg:svgBlip xmlns:asvg="http://schemas.microsoft.com/office/drawing/2016/SVG/main" r:embed="Rf9cf115190384358"/>
              </a:ext>
            </a:extLst>
          </a:blip>
          <a:stretch xmlns:a="http://schemas.openxmlformats.org/drawingml/2006/main"/>
        </p:blipFill>
        <p:spPr>
          <a:xfrm xmlns:a="http://schemas.openxmlformats.org/drawingml/2006/main">
            <a:off x="5762625" y="5848350"/>
            <a:ext cx="495300" cy="495300"/>
          </a:xfrm>
          <a:prstGeom xmlns:a="http://schemas.openxmlformats.org/drawingml/2006/main" prst="rect">
            <a:avLst/>
          </a:prstGeom>
        </p:spPr>
      </p:pic>
      <p:sp>
        <p:nvSpPr>
          <p:cNvPr id="34" name="text-28">
            <a:extLst xmlns:a="http://schemas.openxmlformats.org/drawingml/2006/main">
              <a:ext uri="{FF2B5EF4-FFF2-40B4-BE49-F238E27FC236}">
                <a16:creationId xmlns:a16="http://schemas.microsoft.com/office/drawing/2014/main" id="{97B1FDBB-245A-4972-BD1B-FFE7185313F8}"/>
              </a:ext>
            </a:extLst>
          </p:cNvPr>
          <p:cNvSpPr>
            <a:spLocks xmlns:a="http://schemas.openxmlformats.org/drawingml/2006/main" noGrp="1"/>
          </p:cNvSpPr>
          <p:nvPr/>
        </p:nvSpPr>
        <p:spPr>
          <a:xfrm xmlns:a="http://schemas.openxmlformats.org/drawingml/2006/main">
            <a:off x="6457950" y="5810250"/>
            <a:ext cx="34004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73B5E"/>
                </a:solidFill>
                <a:latin typeface="Nimbus Sans"/>
                <a:ea typeface="Nimbus Sans"/>
                <a:cs typeface="Nimbus Sans"/>
              </a:defRPr>
            </a:defPPr>
            <a:lvl1pPr>
              <a:buNone/>
              <a:defRPr sz="2100" b="1">
                <a:solidFill>
                  <a:srgbClr val="173B5E"/>
                </a:solidFill>
                <a:latin typeface="Nimbus Sans"/>
                <a:ea typeface="Nimbus Sans"/>
                <a:cs typeface="Nimbus Sans"/>
              </a:defRPr>
            </a:lvl1pPr>
            <a:lvl2pPr>
              <a:buNone/>
              <a:defRPr sz="2100" b="1">
                <a:solidFill>
                  <a:srgbClr val="173B5E"/>
                </a:solidFill>
                <a:latin typeface="Nimbus Sans"/>
                <a:ea typeface="Nimbus Sans"/>
                <a:cs typeface="Nimbus Sans"/>
              </a:defRPr>
            </a:lvl2pPr>
            <a:lvl3pPr>
              <a:buNone/>
              <a:defRPr sz="2100" b="1">
                <a:solidFill>
                  <a:srgbClr val="173B5E"/>
                </a:solidFill>
                <a:latin typeface="Nimbus Sans"/>
                <a:ea typeface="Nimbus Sans"/>
                <a:cs typeface="Nimbus Sans"/>
              </a:defRPr>
            </a:lvl3pPr>
            <a:lvl4pPr>
              <a:buNone/>
              <a:defRPr sz="2100" b="1">
                <a:solidFill>
                  <a:srgbClr val="173B5E"/>
                </a:solidFill>
                <a:latin typeface="Nimbus Sans"/>
                <a:ea typeface="Nimbus Sans"/>
                <a:cs typeface="Nimbus Sans"/>
              </a:defRPr>
            </a:lvl4pPr>
            <a:lvl5pPr>
              <a:buNone/>
              <a:defRPr sz="2100" b="1">
                <a:solidFill>
                  <a:srgbClr val="173B5E"/>
                </a:solidFill>
                <a:latin typeface="Nimbus Sans"/>
                <a:ea typeface="Nimbus Sans"/>
                <a:cs typeface="Nimbus Sans"/>
              </a:defRPr>
            </a:lvl5pPr>
            <a:lvl6pPr>
              <a:buNone/>
              <a:defRPr sz="2100" b="1">
                <a:solidFill>
                  <a:srgbClr val="173B5E"/>
                </a:solidFill>
                <a:latin typeface="Nimbus Sans"/>
                <a:ea typeface="Nimbus Sans"/>
                <a:cs typeface="Nimbus Sans"/>
              </a:defRPr>
            </a:lvl6pPr>
            <a:lvl7pPr>
              <a:buNone/>
              <a:defRPr sz="2100" b="1">
                <a:solidFill>
                  <a:srgbClr val="173B5E"/>
                </a:solidFill>
                <a:latin typeface="Nimbus Sans"/>
                <a:ea typeface="Nimbus Sans"/>
                <a:cs typeface="Nimbus Sans"/>
              </a:defRPr>
            </a:lvl7pPr>
            <a:lvl8pPr>
              <a:buNone/>
              <a:defRPr sz="2100" b="1">
                <a:solidFill>
                  <a:srgbClr val="173B5E"/>
                </a:solidFill>
                <a:latin typeface="Nimbus Sans"/>
                <a:ea typeface="Nimbus Sans"/>
                <a:cs typeface="Nimbus Sans"/>
              </a:defRPr>
            </a:lvl8pPr>
            <a:lvl9pPr>
              <a:buNone/>
              <a:defRPr sz="2100" b="1">
                <a:solidFill>
                  <a:srgbClr val="173B5E"/>
                </a:solidFill>
                <a:latin typeface="Nimbus Sans"/>
                <a:ea typeface="Nimbus Sans"/>
                <a:cs typeface="Nimbus Sans"/>
              </a:defRPr>
            </a:lvl9pPr>
          </a:lstStyle>
          <a:p xmlns:a="http://schemas.openxmlformats.org/drawingml/2006/main">
            <a:pPr>
              <a:buNone/>
              <a:defRPr sz="2100" b="1">
                <a:solidFill>
                  <a:srgbClr val="173B5E"/>
                </a:solidFill>
                <a:latin typeface="Nimbus Sans"/>
                <a:ea typeface="Nimbus Sans"/>
                <a:cs typeface="Nimbus Sans"/>
              </a:defRPr>
            </a:pPr>
            <a:r>
              <a:rPr sz="2100" b="1">
                <a:solidFill>
                  <a:srgbClr val="173B5E"/>
                </a:solidFill>
                <a:latin typeface="Nimbus Sans"/>
                <a:ea typeface="Nimbus Sans"/>
                <a:cs typeface="Nimbus Sans"/>
              </a:rPr>
              <a:t>Sales / partners</a:t>
            </a:r>
          </a:p>
        </p:txBody>
      </p:sp>
      <p:sp>
        <p:nvSpPr>
          <p:cNvPr id="35" name="text-29">
            <a:extLst xmlns:a="http://schemas.openxmlformats.org/drawingml/2006/main">
              <a:ext uri="{FF2B5EF4-FFF2-40B4-BE49-F238E27FC236}">
                <a16:creationId xmlns:a16="http://schemas.microsoft.com/office/drawing/2014/main" id="{E0FA2EB2-08F8-4A11-8C26-1F22F148FFC2}"/>
              </a:ext>
            </a:extLst>
          </p:cNvPr>
          <p:cNvSpPr>
            <a:spLocks xmlns:a="http://schemas.openxmlformats.org/drawingml/2006/main" noGrp="1"/>
          </p:cNvSpPr>
          <p:nvPr/>
        </p:nvSpPr>
        <p:spPr>
          <a:xfrm xmlns:a="http://schemas.openxmlformats.org/drawingml/2006/main">
            <a:off x="6457950" y="6257925"/>
            <a:ext cx="34004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2C40"/>
                </a:solidFill>
                <a:latin typeface="Nimbus Sans"/>
                <a:ea typeface="Nimbus Sans"/>
                <a:cs typeface="Nimbus Sans"/>
              </a:defRPr>
            </a:defPPr>
            <a:lvl1pPr>
              <a:buNone/>
              <a:defRPr sz="2025" b="0">
                <a:solidFill>
                  <a:srgbClr val="182C40"/>
                </a:solidFill>
                <a:latin typeface="Nimbus Sans"/>
                <a:ea typeface="Nimbus Sans"/>
                <a:cs typeface="Nimbus Sans"/>
              </a:defRPr>
            </a:lvl1pPr>
            <a:lvl2pPr>
              <a:buNone/>
              <a:defRPr sz="2025" b="0">
                <a:solidFill>
                  <a:srgbClr val="182C40"/>
                </a:solidFill>
                <a:latin typeface="Nimbus Sans"/>
                <a:ea typeface="Nimbus Sans"/>
                <a:cs typeface="Nimbus Sans"/>
              </a:defRPr>
            </a:lvl2pPr>
            <a:lvl3pPr>
              <a:buNone/>
              <a:defRPr sz="2025" b="0">
                <a:solidFill>
                  <a:srgbClr val="182C40"/>
                </a:solidFill>
                <a:latin typeface="Nimbus Sans"/>
                <a:ea typeface="Nimbus Sans"/>
                <a:cs typeface="Nimbus Sans"/>
              </a:defRPr>
            </a:lvl3pPr>
            <a:lvl4pPr>
              <a:buNone/>
              <a:defRPr sz="2025" b="0">
                <a:solidFill>
                  <a:srgbClr val="182C40"/>
                </a:solidFill>
                <a:latin typeface="Nimbus Sans"/>
                <a:ea typeface="Nimbus Sans"/>
                <a:cs typeface="Nimbus Sans"/>
              </a:defRPr>
            </a:lvl4pPr>
            <a:lvl5pPr>
              <a:buNone/>
              <a:defRPr sz="2025" b="0">
                <a:solidFill>
                  <a:srgbClr val="182C40"/>
                </a:solidFill>
                <a:latin typeface="Nimbus Sans"/>
                <a:ea typeface="Nimbus Sans"/>
                <a:cs typeface="Nimbus Sans"/>
              </a:defRPr>
            </a:lvl5pPr>
            <a:lvl6pPr>
              <a:buNone/>
              <a:defRPr sz="2025" b="0">
                <a:solidFill>
                  <a:srgbClr val="182C40"/>
                </a:solidFill>
                <a:latin typeface="Nimbus Sans"/>
                <a:ea typeface="Nimbus Sans"/>
                <a:cs typeface="Nimbus Sans"/>
              </a:defRPr>
            </a:lvl6pPr>
            <a:lvl7pPr>
              <a:buNone/>
              <a:defRPr sz="2025" b="0">
                <a:solidFill>
                  <a:srgbClr val="182C40"/>
                </a:solidFill>
                <a:latin typeface="Nimbus Sans"/>
                <a:ea typeface="Nimbus Sans"/>
                <a:cs typeface="Nimbus Sans"/>
              </a:defRPr>
            </a:lvl7pPr>
            <a:lvl8pPr>
              <a:buNone/>
              <a:defRPr sz="2025" b="0">
                <a:solidFill>
                  <a:srgbClr val="182C40"/>
                </a:solidFill>
                <a:latin typeface="Nimbus Sans"/>
                <a:ea typeface="Nimbus Sans"/>
                <a:cs typeface="Nimbus Sans"/>
              </a:defRPr>
            </a:lvl8pPr>
            <a:lvl9pPr>
              <a:buNone/>
              <a:defRPr sz="2025" b="0">
                <a:solidFill>
                  <a:srgbClr val="182C40"/>
                </a:solidFill>
                <a:latin typeface="Nimbus Sans"/>
                <a:ea typeface="Nimbus Sans"/>
                <a:cs typeface="Nimbus Sans"/>
              </a:defRPr>
            </a:lvl9pPr>
          </a:lstStyle>
          <a:p xmlns:a="http://schemas.openxmlformats.org/drawingml/2006/main">
            <a:pPr>
              <a:buNone/>
              <a:defRPr sz="2025" b="0">
                <a:solidFill>
                  <a:srgbClr val="182C40"/>
                </a:solidFill>
                <a:latin typeface="Nimbus Sans"/>
                <a:ea typeface="Nimbus Sans"/>
                <a:cs typeface="Nimbus Sans"/>
              </a:defRPr>
            </a:pPr>
            <a:r>
              <a:rPr sz="2025" b="0">
                <a:solidFill>
                  <a:srgbClr val="182C40"/>
                </a:solidFill>
                <a:latin typeface="Nimbus Sans"/>
                <a:ea typeface="Nimbus Sans"/>
                <a:cs typeface="Nimbus Sans"/>
              </a:rPr>
              <a:t>Access and delivery</a:t>
            </a:r>
          </a:p>
        </p:txBody>
      </p:sp>
      <p:sp>
        <p:nvSpPr>
          <p:cNvPr id="36" name="text-30">
            <a:extLst xmlns:a="http://schemas.openxmlformats.org/drawingml/2006/main">
              <a:ext uri="{FF2B5EF4-FFF2-40B4-BE49-F238E27FC236}">
                <a16:creationId xmlns:a16="http://schemas.microsoft.com/office/drawing/2014/main" id="{EED71498-617A-4AED-AD17-31BC5225051B}"/>
              </a:ext>
            </a:extLst>
          </p:cNvPr>
          <p:cNvSpPr>
            <a:spLocks xmlns:a="http://schemas.openxmlformats.org/drawingml/2006/main" noGrp="1"/>
          </p:cNvSpPr>
          <p:nvPr/>
        </p:nvSpPr>
        <p:spPr>
          <a:xfrm xmlns:a="http://schemas.openxmlformats.org/drawingml/2006/main">
            <a:off x="6457950" y="6648450"/>
            <a:ext cx="34004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77A"/>
                </a:solidFill>
                <a:latin typeface="Nimbus Sans"/>
                <a:ea typeface="Nimbus Sans"/>
                <a:cs typeface="Nimbus Sans"/>
              </a:defRPr>
            </a:defPPr>
            <a:lvl1pPr>
              <a:buNone/>
              <a:defRPr sz="1575" b="0">
                <a:solidFill>
                  <a:srgbClr val="52677A"/>
                </a:solidFill>
                <a:latin typeface="Nimbus Sans"/>
                <a:ea typeface="Nimbus Sans"/>
                <a:cs typeface="Nimbus Sans"/>
              </a:defRPr>
            </a:lvl1pPr>
            <a:lvl2pPr>
              <a:buNone/>
              <a:defRPr sz="1575" b="0">
                <a:solidFill>
                  <a:srgbClr val="52677A"/>
                </a:solidFill>
                <a:latin typeface="Nimbus Sans"/>
                <a:ea typeface="Nimbus Sans"/>
                <a:cs typeface="Nimbus Sans"/>
              </a:defRPr>
            </a:lvl2pPr>
            <a:lvl3pPr>
              <a:buNone/>
              <a:defRPr sz="1575" b="0">
                <a:solidFill>
                  <a:srgbClr val="52677A"/>
                </a:solidFill>
                <a:latin typeface="Nimbus Sans"/>
                <a:ea typeface="Nimbus Sans"/>
                <a:cs typeface="Nimbus Sans"/>
              </a:defRPr>
            </a:lvl3pPr>
            <a:lvl4pPr>
              <a:buNone/>
              <a:defRPr sz="1575" b="0">
                <a:solidFill>
                  <a:srgbClr val="52677A"/>
                </a:solidFill>
                <a:latin typeface="Nimbus Sans"/>
                <a:ea typeface="Nimbus Sans"/>
                <a:cs typeface="Nimbus Sans"/>
              </a:defRPr>
            </a:lvl4pPr>
            <a:lvl5pPr>
              <a:buNone/>
              <a:defRPr sz="1575" b="0">
                <a:solidFill>
                  <a:srgbClr val="52677A"/>
                </a:solidFill>
                <a:latin typeface="Nimbus Sans"/>
                <a:ea typeface="Nimbus Sans"/>
                <a:cs typeface="Nimbus Sans"/>
              </a:defRPr>
            </a:lvl5pPr>
            <a:lvl6pPr>
              <a:buNone/>
              <a:defRPr sz="1575" b="0">
                <a:solidFill>
                  <a:srgbClr val="52677A"/>
                </a:solidFill>
                <a:latin typeface="Nimbus Sans"/>
                <a:ea typeface="Nimbus Sans"/>
                <a:cs typeface="Nimbus Sans"/>
              </a:defRPr>
            </a:lvl6pPr>
            <a:lvl7pPr>
              <a:buNone/>
              <a:defRPr sz="1575" b="0">
                <a:solidFill>
                  <a:srgbClr val="52677A"/>
                </a:solidFill>
                <a:latin typeface="Nimbus Sans"/>
                <a:ea typeface="Nimbus Sans"/>
                <a:cs typeface="Nimbus Sans"/>
              </a:defRPr>
            </a:lvl7pPr>
            <a:lvl8pPr>
              <a:buNone/>
              <a:defRPr sz="1575" b="0">
                <a:solidFill>
                  <a:srgbClr val="52677A"/>
                </a:solidFill>
                <a:latin typeface="Nimbus Sans"/>
                <a:ea typeface="Nimbus Sans"/>
                <a:cs typeface="Nimbus Sans"/>
              </a:defRPr>
            </a:lvl8pPr>
            <a:lvl9pPr>
              <a:buNone/>
              <a:defRPr sz="1575" b="0">
                <a:solidFill>
                  <a:srgbClr val="52677A"/>
                </a:solidFill>
                <a:latin typeface="Nimbus Sans"/>
                <a:ea typeface="Nimbus Sans"/>
                <a:cs typeface="Nimbus Sans"/>
              </a:defRPr>
            </a:lvl9pPr>
          </a:lstStyle>
          <a:p xmlns:a="http://schemas.openxmlformats.org/drawingml/2006/main">
            <a:pPr>
              <a:buNone/>
              <a:defRPr sz="1575" b="0">
                <a:solidFill>
                  <a:srgbClr val="52677A"/>
                </a:solidFill>
                <a:latin typeface="Nimbus Sans"/>
                <a:ea typeface="Nimbus Sans"/>
                <a:cs typeface="Nimbus Sans"/>
              </a:defRPr>
            </a:pPr>
            <a:r>
              <a:rPr sz="1575" b="0">
                <a:solidFill>
                  <a:srgbClr val="52677A"/>
                </a:solidFill>
                <a:latin typeface="Nimbus Sans"/>
                <a:ea typeface="Nimbus Sans"/>
                <a:cs typeface="Nimbus Sans"/>
              </a:rPr>
              <a:t>Channel cost and ownership</a:t>
            </a:r>
          </a:p>
        </p:txBody>
      </p:sp>
      <p:sp>
        <p:nvSpPr>
          <p:cNvPr id="37" name="text-31">
            <a:extLst xmlns:a="http://schemas.openxmlformats.org/drawingml/2006/main">
              <a:ext uri="{FF2B5EF4-FFF2-40B4-BE49-F238E27FC236}">
                <a16:creationId xmlns:a16="http://schemas.microsoft.com/office/drawing/2014/main" id="{D7C5E389-9917-4E11-912B-5AA6AB88A911}"/>
              </a:ext>
            </a:extLst>
          </p:cNvPr>
          <p:cNvSpPr>
            <a:spLocks xmlns:a="http://schemas.openxmlformats.org/drawingml/2006/main" noGrp="1"/>
          </p:cNvSpPr>
          <p:nvPr/>
        </p:nvSpPr>
        <p:spPr>
          <a:xfrm xmlns:a="http://schemas.openxmlformats.org/drawingml/2006/main">
            <a:off x="571500" y="7105650"/>
            <a:ext cx="140970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82C40"/>
                </a:solidFill>
                <a:latin typeface="Nimbus Sans"/>
                <a:ea typeface="Nimbus Sans"/>
                <a:cs typeface="Nimbus Sans"/>
              </a:defRPr>
            </a:defPPr>
            <a:lvl1pPr>
              <a:buNone/>
              <a:defRPr sz="1725" b="0">
                <a:solidFill>
                  <a:srgbClr val="182C40"/>
                </a:solidFill>
                <a:latin typeface="Nimbus Sans"/>
                <a:ea typeface="Nimbus Sans"/>
                <a:cs typeface="Nimbus Sans"/>
              </a:defRPr>
            </a:lvl1pPr>
            <a:lvl2pPr>
              <a:buNone/>
              <a:defRPr sz="1725" b="0">
                <a:solidFill>
                  <a:srgbClr val="182C40"/>
                </a:solidFill>
                <a:latin typeface="Nimbus Sans"/>
                <a:ea typeface="Nimbus Sans"/>
                <a:cs typeface="Nimbus Sans"/>
              </a:defRPr>
            </a:lvl2pPr>
            <a:lvl3pPr>
              <a:buNone/>
              <a:defRPr sz="1725" b="0">
                <a:solidFill>
                  <a:srgbClr val="182C40"/>
                </a:solidFill>
                <a:latin typeface="Nimbus Sans"/>
                <a:ea typeface="Nimbus Sans"/>
                <a:cs typeface="Nimbus Sans"/>
              </a:defRPr>
            </a:lvl3pPr>
            <a:lvl4pPr>
              <a:buNone/>
              <a:defRPr sz="1725" b="0">
                <a:solidFill>
                  <a:srgbClr val="182C40"/>
                </a:solidFill>
                <a:latin typeface="Nimbus Sans"/>
                <a:ea typeface="Nimbus Sans"/>
                <a:cs typeface="Nimbus Sans"/>
              </a:defRPr>
            </a:lvl4pPr>
            <a:lvl5pPr>
              <a:buNone/>
              <a:defRPr sz="1725" b="0">
                <a:solidFill>
                  <a:srgbClr val="182C40"/>
                </a:solidFill>
                <a:latin typeface="Nimbus Sans"/>
                <a:ea typeface="Nimbus Sans"/>
                <a:cs typeface="Nimbus Sans"/>
              </a:defRPr>
            </a:lvl5pPr>
            <a:lvl6pPr>
              <a:buNone/>
              <a:defRPr sz="1725" b="0">
                <a:solidFill>
                  <a:srgbClr val="182C40"/>
                </a:solidFill>
                <a:latin typeface="Nimbus Sans"/>
                <a:ea typeface="Nimbus Sans"/>
                <a:cs typeface="Nimbus Sans"/>
              </a:defRPr>
            </a:lvl6pPr>
            <a:lvl7pPr>
              <a:buNone/>
              <a:defRPr sz="1725" b="0">
                <a:solidFill>
                  <a:srgbClr val="182C40"/>
                </a:solidFill>
                <a:latin typeface="Nimbus Sans"/>
                <a:ea typeface="Nimbus Sans"/>
                <a:cs typeface="Nimbus Sans"/>
              </a:defRPr>
            </a:lvl7pPr>
            <a:lvl8pPr>
              <a:buNone/>
              <a:defRPr sz="1725" b="0">
                <a:solidFill>
                  <a:srgbClr val="182C40"/>
                </a:solidFill>
                <a:latin typeface="Nimbus Sans"/>
                <a:ea typeface="Nimbus Sans"/>
                <a:cs typeface="Nimbus Sans"/>
              </a:defRPr>
            </a:lvl8pPr>
            <a:lvl9pPr>
              <a:buNone/>
              <a:defRPr sz="1725" b="0">
                <a:solidFill>
                  <a:srgbClr val="182C40"/>
                </a:solidFill>
                <a:latin typeface="Nimbus Sans"/>
                <a:ea typeface="Nimbus Sans"/>
                <a:cs typeface="Nimbus Sans"/>
              </a:defRPr>
            </a:lvl9pPr>
          </a:lstStyle>
          <a:p xmlns:a="http://schemas.openxmlformats.org/drawingml/2006/main">
            <a:pPr>
              <a:buNone/>
              <a:defRPr sz="1725" b="0">
                <a:solidFill>
                  <a:srgbClr val="182C40"/>
                </a:solidFill>
                <a:latin typeface="Nimbus Sans"/>
                <a:ea typeface="Nimbus Sans"/>
                <a:cs typeface="Nimbus Sans"/>
              </a:defRPr>
            </a:pPr>
            <a:r>
              <a:rPr sz="1725" b="0">
                <a:solidFill>
                  <a:srgbClr val="182C40"/>
                </a:solidFill>
                <a:latin typeface="Nimbus Sans"/>
                <a:ea typeface="Nimbus Sans"/>
                <a:cs typeface="Nimbus Sans"/>
              </a:rPr>
              <a:t>The buyer seeks lower cost, users need manageable alerts and retained response, product needs supported operating conditions, and sales needs a deliverable offer. The W4 BRD and W5 economics must reconcile these requirements before the W6 pilot recommendation.</a:t>
            </a:r>
          </a:p>
        </p:txBody>
      </p:sp>
    </p:spTree>
    <p:extLst>
      <p:ext uri="{BB962C8B-B14F-4D97-AF65-F5344CB8AC3E}">
        <p14:creationId xmlns:p14="http://schemas.microsoft.com/office/powerpoint/2010/main" val="7737534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47F5F887-84E0-4A95-876E-04977BD36FD8}"/>
              </a:ext>
            </a:extLst>
          </p:cNvPr>
          <p:cNvSpPr>
            <a:spLocks xmlns:a="http://schemas.openxmlformats.org/drawingml/2006/main" noGrp="1"/>
          </p:cNvSpPr>
          <p:nvPr/>
        </p:nvSpPr>
        <p:spPr>
          <a:xfrm xmlns:a="http://schemas.openxmlformats.org/drawingml/2006/main">
            <a:off x="571500" y="381000"/>
            <a:ext cx="1409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73B5E"/>
                </a:solidFill>
                <a:latin typeface="Nimbus Sans"/>
                <a:ea typeface="Nimbus Sans"/>
                <a:cs typeface="Nimbus Sans"/>
              </a:defRPr>
            </a:defPPr>
            <a:lvl1pPr>
              <a:buNone/>
              <a:defRPr sz="3600" b="1">
                <a:solidFill>
                  <a:srgbClr val="173B5E"/>
                </a:solidFill>
                <a:latin typeface="Nimbus Sans"/>
                <a:ea typeface="Nimbus Sans"/>
                <a:cs typeface="Nimbus Sans"/>
              </a:defRPr>
            </a:lvl1pPr>
            <a:lvl2pPr>
              <a:buNone/>
              <a:defRPr sz="3600" b="1">
                <a:solidFill>
                  <a:srgbClr val="173B5E"/>
                </a:solidFill>
                <a:latin typeface="Nimbus Sans"/>
                <a:ea typeface="Nimbus Sans"/>
                <a:cs typeface="Nimbus Sans"/>
              </a:defRPr>
            </a:lvl2pPr>
            <a:lvl3pPr>
              <a:buNone/>
              <a:defRPr sz="3600" b="1">
                <a:solidFill>
                  <a:srgbClr val="173B5E"/>
                </a:solidFill>
                <a:latin typeface="Nimbus Sans"/>
                <a:ea typeface="Nimbus Sans"/>
                <a:cs typeface="Nimbus Sans"/>
              </a:defRPr>
            </a:lvl3pPr>
            <a:lvl4pPr>
              <a:buNone/>
              <a:defRPr sz="3600" b="1">
                <a:solidFill>
                  <a:srgbClr val="173B5E"/>
                </a:solidFill>
                <a:latin typeface="Nimbus Sans"/>
                <a:ea typeface="Nimbus Sans"/>
                <a:cs typeface="Nimbus Sans"/>
              </a:defRPr>
            </a:lvl4pPr>
            <a:lvl5pPr>
              <a:buNone/>
              <a:defRPr sz="3600" b="1">
                <a:solidFill>
                  <a:srgbClr val="173B5E"/>
                </a:solidFill>
                <a:latin typeface="Nimbus Sans"/>
                <a:ea typeface="Nimbus Sans"/>
                <a:cs typeface="Nimbus Sans"/>
              </a:defRPr>
            </a:lvl5pPr>
            <a:lvl6pPr>
              <a:buNone/>
              <a:defRPr sz="3600" b="1">
                <a:solidFill>
                  <a:srgbClr val="173B5E"/>
                </a:solidFill>
                <a:latin typeface="Nimbus Sans"/>
                <a:ea typeface="Nimbus Sans"/>
                <a:cs typeface="Nimbus Sans"/>
              </a:defRPr>
            </a:lvl6pPr>
            <a:lvl7pPr>
              <a:buNone/>
              <a:defRPr sz="3600" b="1">
                <a:solidFill>
                  <a:srgbClr val="173B5E"/>
                </a:solidFill>
                <a:latin typeface="Nimbus Sans"/>
                <a:ea typeface="Nimbus Sans"/>
                <a:cs typeface="Nimbus Sans"/>
              </a:defRPr>
            </a:lvl7pPr>
            <a:lvl8pPr>
              <a:buNone/>
              <a:defRPr sz="3600" b="1">
                <a:solidFill>
                  <a:srgbClr val="173B5E"/>
                </a:solidFill>
                <a:latin typeface="Nimbus Sans"/>
                <a:ea typeface="Nimbus Sans"/>
                <a:cs typeface="Nimbus Sans"/>
              </a:defRPr>
            </a:lvl8pPr>
            <a:lvl9pPr>
              <a:buNone/>
              <a:defRPr sz="3600" b="1">
                <a:solidFill>
                  <a:srgbClr val="173B5E"/>
                </a:solidFill>
                <a:latin typeface="Nimbus Sans"/>
                <a:ea typeface="Nimbus Sans"/>
                <a:cs typeface="Nimbus Sans"/>
              </a:defRPr>
            </a:lvl9pPr>
          </a:lstStyle>
          <a:p xmlns:a="http://schemas.openxmlformats.org/drawingml/2006/main">
            <a:pPr>
              <a:buNone/>
              <a:defRPr sz="3600" b="1">
                <a:solidFill>
                  <a:srgbClr val="173B5E"/>
                </a:solidFill>
                <a:latin typeface="Nimbus Sans"/>
                <a:ea typeface="Nimbus Sans"/>
                <a:cs typeface="Nimbus Sans"/>
              </a:defRPr>
            </a:pPr>
            <a:r>
              <a:rPr sz="3600" b="1">
                <a:solidFill>
                  <a:srgbClr val="173B5E"/>
                </a:solidFill>
                <a:latin typeface="Nimbus Sans"/>
                <a:ea typeface="Nimbus Sans"/>
                <a:cs typeface="Nimbus Sans"/>
              </a:rPr>
              <a:t>Who does the work and who reviews it?</a:t>
            </a:r>
          </a:p>
        </p:txBody>
      </p:sp>
      <p:sp>
        <p:nvSpPr>
          <p:cNvPr id="2" name="text-1">
            <a:extLst xmlns:a="http://schemas.openxmlformats.org/drawingml/2006/main">
              <a:ext uri="{FF2B5EF4-FFF2-40B4-BE49-F238E27FC236}">
                <a16:creationId xmlns:a16="http://schemas.microsoft.com/office/drawing/2014/main" id="{092EBA8A-6547-4995-BAD3-A83A45B8860C}"/>
              </a:ext>
            </a:extLst>
          </p:cNvPr>
          <p:cNvSpPr>
            <a:spLocks xmlns:a="http://schemas.openxmlformats.org/drawingml/2006/main" noGrp="1"/>
          </p:cNvSpPr>
          <p:nvPr/>
        </p:nvSpPr>
        <p:spPr>
          <a:xfrm xmlns:a="http://schemas.openxmlformats.org/drawingml/2006/main">
            <a:off x="571500" y="11049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52677A"/>
                </a:solidFill>
                <a:latin typeface="Nimbus Sans"/>
                <a:ea typeface="Nimbus Sans"/>
                <a:cs typeface="Nimbus Sans"/>
              </a:defRPr>
            </a:defPPr>
            <a:lvl1pPr>
              <a:buNone/>
              <a:defRPr sz="1875" b="0">
                <a:solidFill>
                  <a:srgbClr val="52677A"/>
                </a:solidFill>
                <a:latin typeface="Nimbus Sans"/>
                <a:ea typeface="Nimbus Sans"/>
                <a:cs typeface="Nimbus Sans"/>
              </a:defRPr>
            </a:lvl1pPr>
            <a:lvl2pPr>
              <a:buNone/>
              <a:defRPr sz="1875" b="0">
                <a:solidFill>
                  <a:srgbClr val="52677A"/>
                </a:solidFill>
                <a:latin typeface="Nimbus Sans"/>
                <a:ea typeface="Nimbus Sans"/>
                <a:cs typeface="Nimbus Sans"/>
              </a:defRPr>
            </a:lvl2pPr>
            <a:lvl3pPr>
              <a:buNone/>
              <a:defRPr sz="1875" b="0">
                <a:solidFill>
                  <a:srgbClr val="52677A"/>
                </a:solidFill>
                <a:latin typeface="Nimbus Sans"/>
                <a:ea typeface="Nimbus Sans"/>
                <a:cs typeface="Nimbus Sans"/>
              </a:defRPr>
            </a:lvl3pPr>
            <a:lvl4pPr>
              <a:buNone/>
              <a:defRPr sz="1875" b="0">
                <a:solidFill>
                  <a:srgbClr val="52677A"/>
                </a:solidFill>
                <a:latin typeface="Nimbus Sans"/>
                <a:ea typeface="Nimbus Sans"/>
                <a:cs typeface="Nimbus Sans"/>
              </a:defRPr>
            </a:lvl4pPr>
            <a:lvl5pPr>
              <a:buNone/>
              <a:defRPr sz="1875" b="0">
                <a:solidFill>
                  <a:srgbClr val="52677A"/>
                </a:solidFill>
                <a:latin typeface="Nimbus Sans"/>
                <a:ea typeface="Nimbus Sans"/>
                <a:cs typeface="Nimbus Sans"/>
              </a:defRPr>
            </a:lvl5pPr>
            <a:lvl6pPr>
              <a:buNone/>
              <a:defRPr sz="1875" b="0">
                <a:solidFill>
                  <a:srgbClr val="52677A"/>
                </a:solidFill>
                <a:latin typeface="Nimbus Sans"/>
                <a:ea typeface="Nimbus Sans"/>
                <a:cs typeface="Nimbus Sans"/>
              </a:defRPr>
            </a:lvl6pPr>
            <a:lvl7pPr>
              <a:buNone/>
              <a:defRPr sz="1875" b="0">
                <a:solidFill>
                  <a:srgbClr val="52677A"/>
                </a:solidFill>
                <a:latin typeface="Nimbus Sans"/>
                <a:ea typeface="Nimbus Sans"/>
                <a:cs typeface="Nimbus Sans"/>
              </a:defRPr>
            </a:lvl7pPr>
            <a:lvl8pPr>
              <a:buNone/>
              <a:defRPr sz="1875" b="0">
                <a:solidFill>
                  <a:srgbClr val="52677A"/>
                </a:solidFill>
                <a:latin typeface="Nimbus Sans"/>
                <a:ea typeface="Nimbus Sans"/>
                <a:cs typeface="Nimbus Sans"/>
              </a:defRPr>
            </a:lvl8pPr>
            <a:lvl9pPr>
              <a:buNone/>
              <a:defRPr sz="1875" b="0">
                <a:solidFill>
                  <a:srgbClr val="52677A"/>
                </a:solidFill>
                <a:latin typeface="Nimbus Sans"/>
                <a:ea typeface="Nimbus Sans"/>
                <a:cs typeface="Nimbus Sans"/>
              </a:defRPr>
            </a:lvl9pPr>
          </a:lstStyle>
          <a:p xmlns:a="http://schemas.openxmlformats.org/drawingml/2006/main">
            <a:pPr>
              <a:buNone/>
              <a:defRPr sz="1875" b="0">
                <a:solidFill>
                  <a:srgbClr val="52677A"/>
                </a:solidFill>
                <a:latin typeface="Nimbus Sans"/>
                <a:ea typeface="Nimbus Sans"/>
                <a:cs typeface="Nimbus Sans"/>
              </a:defRPr>
            </a:pPr>
            <a:r>
              <a:rPr sz="1875" b="0">
                <a:solidFill>
                  <a:srgbClr val="52677A"/>
                </a:solidFill>
                <a:latin typeface="Nimbus Sans"/>
                <a:ea typeface="Nimbus Sans"/>
                <a:cs typeface="Nimbus Sans"/>
              </a:rPr>
              <a:t>Proposed programme RACI. The supervisor must confirm named functional reviewers.</a:t>
            </a:r>
          </a:p>
        </p:txBody>
      </p:sp>
      <p:cxnSp>
        <p:nvCxnSpPr>
          <p:cNvPr id="3" name="">
            <a:extLst xmlns:a="http://schemas.openxmlformats.org/drawingml/2006/main">
              <a:ext uri="{FF2B5EF4-FFF2-40B4-BE49-F238E27FC236}">
                <a16:creationId xmlns:a16="http://schemas.microsoft.com/office/drawing/2014/main" id="{1F3BCB92-5E56-4E6F-8216-ABACD2365699}"/>
              </a:ext>
            </a:extLst>
          </p:cNvPr>
          <p:cNvCxnSpPr/>
          <p:nvPr/>
        </p:nvCxnSpPr>
        <p:spPr>
          <a:xfrm xmlns:a="http://schemas.openxmlformats.org/drawingml/2006/main">
            <a:off x="571500" y="8001000"/>
            <a:ext cx="14097000" cy="0"/>
          </a:xfrm>
          <a:prstGeom xmlns:a="http://schemas.openxmlformats.org/drawingml/2006/main" prst="bentConnector4">
            <a:avLst/>
          </a:prstGeom>
          <a:ln xmlns:a="http://schemas.openxmlformats.org/drawingml/2006/main" w="9525">
            <a:solidFill>
              <a:srgbClr val="C8D5DF"/>
            </a:solidFill>
            <a:prstDash val="solid"/>
          </a:ln>
        </p:spPr>
      </p:cxnSp>
      <p:sp>
        <p:nvSpPr>
          <p:cNvPr id="4" name="text-3">
            <a:extLst xmlns:a="http://schemas.openxmlformats.org/drawingml/2006/main">
              <a:ext uri="{FF2B5EF4-FFF2-40B4-BE49-F238E27FC236}">
                <a16:creationId xmlns:a16="http://schemas.microsoft.com/office/drawing/2014/main" id="{359B4D59-40E4-4E06-88F3-832402B8FC4B}"/>
              </a:ext>
            </a:extLst>
          </p:cNvPr>
          <p:cNvSpPr>
            <a:spLocks xmlns:a="http://schemas.openxmlformats.org/drawingml/2006/main" noGrp="1"/>
          </p:cNvSpPr>
          <p:nvPr/>
        </p:nvSpPr>
        <p:spPr>
          <a:xfrm xmlns:a="http://schemas.openxmlformats.org/drawingml/2006/main">
            <a:off x="571500" y="8124825"/>
            <a:ext cx="1257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2677A"/>
                </a:solidFill>
                <a:latin typeface="Nimbus Sans"/>
                <a:ea typeface="Nimbus Sans"/>
                <a:cs typeface="Nimbus Sans"/>
              </a:defRPr>
            </a:defPPr>
            <a:lvl1pPr>
              <a:buNone/>
              <a:defRPr sz="1275" b="0">
                <a:solidFill>
                  <a:srgbClr val="52677A"/>
                </a:solidFill>
                <a:latin typeface="Nimbus Sans"/>
                <a:ea typeface="Nimbus Sans"/>
                <a:cs typeface="Nimbus Sans"/>
              </a:defRPr>
            </a:lvl1pPr>
            <a:lvl2pPr>
              <a:buNone/>
              <a:defRPr sz="1275" b="0">
                <a:solidFill>
                  <a:srgbClr val="52677A"/>
                </a:solidFill>
                <a:latin typeface="Nimbus Sans"/>
                <a:ea typeface="Nimbus Sans"/>
                <a:cs typeface="Nimbus Sans"/>
              </a:defRPr>
            </a:lvl2pPr>
            <a:lvl3pPr>
              <a:buNone/>
              <a:defRPr sz="1275" b="0">
                <a:solidFill>
                  <a:srgbClr val="52677A"/>
                </a:solidFill>
                <a:latin typeface="Nimbus Sans"/>
                <a:ea typeface="Nimbus Sans"/>
                <a:cs typeface="Nimbus Sans"/>
              </a:defRPr>
            </a:lvl3pPr>
            <a:lvl4pPr>
              <a:buNone/>
              <a:defRPr sz="1275" b="0">
                <a:solidFill>
                  <a:srgbClr val="52677A"/>
                </a:solidFill>
                <a:latin typeface="Nimbus Sans"/>
                <a:ea typeface="Nimbus Sans"/>
                <a:cs typeface="Nimbus Sans"/>
              </a:defRPr>
            </a:lvl4pPr>
            <a:lvl5pPr>
              <a:buNone/>
              <a:defRPr sz="1275" b="0">
                <a:solidFill>
                  <a:srgbClr val="52677A"/>
                </a:solidFill>
                <a:latin typeface="Nimbus Sans"/>
                <a:ea typeface="Nimbus Sans"/>
                <a:cs typeface="Nimbus Sans"/>
              </a:defRPr>
            </a:lvl5pPr>
            <a:lvl6pPr>
              <a:buNone/>
              <a:defRPr sz="1275" b="0">
                <a:solidFill>
                  <a:srgbClr val="52677A"/>
                </a:solidFill>
                <a:latin typeface="Nimbus Sans"/>
                <a:ea typeface="Nimbus Sans"/>
                <a:cs typeface="Nimbus Sans"/>
              </a:defRPr>
            </a:lvl6pPr>
            <a:lvl7pPr>
              <a:buNone/>
              <a:defRPr sz="1275" b="0">
                <a:solidFill>
                  <a:srgbClr val="52677A"/>
                </a:solidFill>
                <a:latin typeface="Nimbus Sans"/>
                <a:ea typeface="Nimbus Sans"/>
                <a:cs typeface="Nimbus Sans"/>
              </a:defRPr>
            </a:lvl7pPr>
            <a:lvl8pPr>
              <a:buNone/>
              <a:defRPr sz="1275" b="0">
                <a:solidFill>
                  <a:srgbClr val="52677A"/>
                </a:solidFill>
                <a:latin typeface="Nimbus Sans"/>
                <a:ea typeface="Nimbus Sans"/>
                <a:cs typeface="Nimbus Sans"/>
              </a:defRPr>
            </a:lvl8pPr>
            <a:lvl9pPr>
              <a:buNone/>
              <a:defRPr sz="1275" b="0">
                <a:solidFill>
                  <a:srgbClr val="52677A"/>
                </a:solidFill>
                <a:latin typeface="Nimbus Sans"/>
                <a:ea typeface="Nimbus Sans"/>
                <a:cs typeface="Nimbus Sans"/>
              </a:defRPr>
            </a:lvl9pPr>
          </a:lstStyle>
          <a:p xmlns:a="http://schemas.openxmlformats.org/drawingml/2006/main">
            <a:pPr>
              <a:buNone/>
              <a:defRPr sz="1275" b="0">
                <a:solidFill>
                  <a:srgbClr val="52677A"/>
                </a:solidFill>
                <a:latin typeface="Nimbus Sans"/>
                <a:ea typeface="Nimbus Sans"/>
                <a:cs typeface="Nimbus Sans"/>
              </a:defRPr>
            </a:pPr>
            <a:r>
              <a:rPr sz="1275" b="0">
                <a:solidFill>
                  <a:srgbClr val="52677A"/>
                </a:solidFill>
                <a:latin typeface="Nimbus Sans"/>
                <a:ea typeface="Nimbus Sans"/>
                <a:cs typeface="Nimbus Sans"/>
              </a:rPr>
              <a:t>InGen Dynamics   Week 1   Yufei Li   27 October 2026</a:t>
            </a:r>
          </a:p>
        </p:txBody>
      </p:sp>
      <p:sp>
        <p:nvSpPr>
          <p:cNvPr id="5" name="text-4">
            <a:extLst xmlns:a="http://schemas.openxmlformats.org/drawingml/2006/main">
              <a:ext uri="{FF2B5EF4-FFF2-40B4-BE49-F238E27FC236}">
                <a16:creationId xmlns:a16="http://schemas.microsoft.com/office/drawing/2014/main" id="{7DA84AF7-F9EA-464C-B283-8B3A1E4DDC25}"/>
              </a:ext>
            </a:extLst>
          </p:cNvPr>
          <p:cNvSpPr>
            <a:spLocks xmlns:a="http://schemas.openxmlformats.org/drawingml/2006/main" noGrp="1"/>
          </p:cNvSpPr>
          <p:nvPr/>
        </p:nvSpPr>
        <p:spPr>
          <a:xfrm xmlns:a="http://schemas.openxmlformats.org/drawingml/2006/main">
            <a:off x="14001750" y="809625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173B5E"/>
                </a:solidFill>
                <a:latin typeface="Nimbus Sans"/>
                <a:ea typeface="Nimbus Sans"/>
                <a:cs typeface="Nimbus Sans"/>
              </a:defRPr>
            </a:defPPr>
            <a:lvl1pPr algn="r">
              <a:buNone/>
              <a:defRPr sz="1650" b="1">
                <a:solidFill>
                  <a:srgbClr val="173B5E"/>
                </a:solidFill>
                <a:latin typeface="Nimbus Sans"/>
                <a:ea typeface="Nimbus Sans"/>
                <a:cs typeface="Nimbus Sans"/>
              </a:defRPr>
            </a:lvl1pPr>
            <a:lvl2pPr algn="r">
              <a:buNone/>
              <a:defRPr sz="1650" b="1">
                <a:solidFill>
                  <a:srgbClr val="173B5E"/>
                </a:solidFill>
                <a:latin typeface="Nimbus Sans"/>
                <a:ea typeface="Nimbus Sans"/>
                <a:cs typeface="Nimbus Sans"/>
              </a:defRPr>
            </a:lvl2pPr>
            <a:lvl3pPr algn="r">
              <a:buNone/>
              <a:defRPr sz="1650" b="1">
                <a:solidFill>
                  <a:srgbClr val="173B5E"/>
                </a:solidFill>
                <a:latin typeface="Nimbus Sans"/>
                <a:ea typeface="Nimbus Sans"/>
                <a:cs typeface="Nimbus Sans"/>
              </a:defRPr>
            </a:lvl3pPr>
            <a:lvl4pPr algn="r">
              <a:buNone/>
              <a:defRPr sz="1650" b="1">
                <a:solidFill>
                  <a:srgbClr val="173B5E"/>
                </a:solidFill>
                <a:latin typeface="Nimbus Sans"/>
                <a:ea typeface="Nimbus Sans"/>
                <a:cs typeface="Nimbus Sans"/>
              </a:defRPr>
            </a:lvl4pPr>
            <a:lvl5pPr algn="r">
              <a:buNone/>
              <a:defRPr sz="1650" b="1">
                <a:solidFill>
                  <a:srgbClr val="173B5E"/>
                </a:solidFill>
                <a:latin typeface="Nimbus Sans"/>
                <a:ea typeface="Nimbus Sans"/>
                <a:cs typeface="Nimbus Sans"/>
              </a:defRPr>
            </a:lvl5pPr>
            <a:lvl6pPr algn="r">
              <a:buNone/>
              <a:defRPr sz="1650" b="1">
                <a:solidFill>
                  <a:srgbClr val="173B5E"/>
                </a:solidFill>
                <a:latin typeface="Nimbus Sans"/>
                <a:ea typeface="Nimbus Sans"/>
                <a:cs typeface="Nimbus Sans"/>
              </a:defRPr>
            </a:lvl6pPr>
            <a:lvl7pPr algn="r">
              <a:buNone/>
              <a:defRPr sz="1650" b="1">
                <a:solidFill>
                  <a:srgbClr val="173B5E"/>
                </a:solidFill>
                <a:latin typeface="Nimbus Sans"/>
                <a:ea typeface="Nimbus Sans"/>
                <a:cs typeface="Nimbus Sans"/>
              </a:defRPr>
            </a:lvl7pPr>
            <a:lvl8pPr algn="r">
              <a:buNone/>
              <a:defRPr sz="1650" b="1">
                <a:solidFill>
                  <a:srgbClr val="173B5E"/>
                </a:solidFill>
                <a:latin typeface="Nimbus Sans"/>
                <a:ea typeface="Nimbus Sans"/>
                <a:cs typeface="Nimbus Sans"/>
              </a:defRPr>
            </a:lvl8pPr>
            <a:lvl9pPr algn="r">
              <a:buNone/>
              <a:defRPr sz="1650" b="1">
                <a:solidFill>
                  <a:srgbClr val="173B5E"/>
                </a:solidFill>
                <a:latin typeface="Nimbus Sans"/>
                <a:ea typeface="Nimbus Sans"/>
                <a:cs typeface="Nimbus Sans"/>
              </a:defRPr>
            </a:lvl9pPr>
          </a:lstStyle>
          <a:p xmlns:a="http://schemas.openxmlformats.org/drawingml/2006/main">
            <a:pPr algn="r">
              <a:buNone/>
              <a:defRPr sz="1650" b="1">
                <a:solidFill>
                  <a:srgbClr val="173B5E"/>
                </a:solidFill>
                <a:latin typeface="Nimbus Sans"/>
                <a:ea typeface="Nimbus Sans"/>
                <a:cs typeface="Nimbus Sans"/>
              </a:defRPr>
            </a:pPr>
            <a:r>
              <a:rPr sz="1650" b="1">
                <a:solidFill>
                  <a:srgbClr val="173B5E"/>
                </a:solidFill>
                <a:latin typeface="Nimbus Sans"/>
                <a:ea typeface="Nimbus Sans"/>
                <a:cs typeface="Nimbus Sans"/>
              </a:rPr>
              <a:t>03</a:t>
            </a:r>
          </a:p>
        </p:txBody>
      </p:sp>
      <p:graphicFrame>
        <p:nvGraphicFramePr>
          <p:cNvPr id="6" name="">
            <a:extLst xmlns:a="http://schemas.openxmlformats.org/drawingml/2006/main">
              <a:ext uri="{FF2B5EF4-FFF2-40B4-BE49-F238E27FC236}">
                <a16:creationId xmlns:a16="http://schemas.microsoft.com/office/drawing/2014/main" id="{8540EE31-6921-4535-95E6-28457B8D8FE9}"/>
              </a:ext>
            </a:extLst>
          </p:cNvPr>
          <p:cNvGraphicFramePr/>
          <p:nvPr/>
        </p:nvGraphicFramePr>
        <p:xfrm>
          <a:off xmlns:a="http://schemas.openxmlformats.org/drawingml/2006/main" x="571500" y="1695450"/>
          <a:ext xmlns:a="http://schemas.openxmlformats.org/drawingml/2006/main" cx="14097000" cy="4762500"/>
        </p:xfrm>
        <a:graphic xmlns:a="http://schemas.openxmlformats.org/drawingml/2006/main">
          <a:graphicData uri="http://schemas.openxmlformats.org/drawingml/2006/table">
            <a:tbl>
              <a:tblPr firstRow="0" bandRow="0"/>
              <a:tblGrid>
                <a:gridCol w="5143500"/>
                <a:gridCol w="1714500"/>
                <a:gridCol w="1905000"/>
                <a:gridCol w="1809750"/>
                <a:gridCol w="1809750"/>
                <a:gridCol w="1714500"/>
              </a:tblGrid>
              <a:tr h="857250">
                <a:tc>
                  <a:txBody>
                    <a:bodyPr/>
                    <a:lstStyle/>
                    <a:p>
                      <a:r>
                        <a:rPr sz="1800" b="1">
                          <a:solidFill>
                            <a:srgbClr val="FFFFFF"/>
                          </a:solidFill>
                          <a:latin typeface="Nimbus Sans"/>
                          <a:ea typeface="Nimbus Sans"/>
                          <a:cs typeface="Nimbus Sans"/>
                        </a:rPr>
                        <a:t>Activity</a:t>
                      </a:r>
                    </a:p>
                  </a:txBody>
                  <a:tcPr marL="161925" marR="161925" marT="133350" marB="114300" anchor="t">
                    <a:lnL w="6191">
                      <a:solidFill>
                        <a:srgbClr val="C8D5DF"/>
                      </a:solidFill>
                      <a:prstDash val="solid"/>
                    </a:lnL>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c>
                  <a:txBody>
                    <a:bodyPr/>
                    <a:lstStyle/>
                    <a:p>
                      <a:r>
                        <a:rPr sz="1800" b="1">
                          <a:solidFill>
                            <a:srgbClr val="FFFFFF"/>
                          </a:solidFill>
                          <a:latin typeface="Nimbus Sans"/>
                          <a:ea typeface="Nimbus Sans"/>
                          <a:cs typeface="Nimbus Sans"/>
                        </a:rPr>
                        <a:t>Yufei Li</a:t>
                      </a:r>
                    </a:p>
                    <a:p>
                      <a:r>
                        <a:rPr sz="1800" b="1">
                          <a:solidFill>
                            <a:srgbClr val="FFFFFF"/>
                          </a:solidFill>
                          <a:latin typeface="Nimbus Sans"/>
                          <a:ea typeface="Nimbus Sans"/>
                          <a:cs typeface="Nimbus Sans"/>
                        </a:rPr>
                        <a:t>Analyst</a:t>
                      </a:r>
                    </a:p>
                  </a:txBody>
                  <a:tcPr marL="161925" marR="161925" marT="133350" marB="114300" anchor="t">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c>
                  <a:txBody>
                    <a:bodyPr/>
                    <a:lstStyle/>
                    <a:p>
                      <a:r>
                        <a:rPr sz="1800" b="1">
                          <a:solidFill>
                            <a:srgbClr val="FFFFFF"/>
                          </a:solidFill>
                          <a:latin typeface="Nimbus Sans"/>
                          <a:ea typeface="Nimbus Sans"/>
                          <a:cs typeface="Nimbus Sans"/>
                        </a:rPr>
                        <a:t>Iqbal Patel</a:t>
                      </a:r>
                    </a:p>
                    <a:p>
                      <a:r>
                        <a:rPr sz="1800" b="1">
                          <a:solidFill>
                            <a:srgbClr val="FFFFFF"/>
                          </a:solidFill>
                          <a:latin typeface="Nimbus Sans"/>
                          <a:ea typeface="Nimbus Sans"/>
                          <a:cs typeface="Nimbus Sans"/>
                        </a:rPr>
                        <a:t>Supervisor</a:t>
                      </a:r>
                    </a:p>
                  </a:txBody>
                  <a:tcPr marL="161925" marR="161925" marT="133350" marB="114300" anchor="t">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c>
                  <a:txBody>
                    <a:bodyPr/>
                    <a:lstStyle/>
                    <a:p>
                      <a:r>
                        <a:rPr sz="1800" b="1">
                          <a:solidFill>
                            <a:srgbClr val="FFFFFF"/>
                          </a:solidFill>
                          <a:latin typeface="Nimbus Sans"/>
                          <a:ea typeface="Nimbus Sans"/>
                          <a:cs typeface="Nimbus Sans"/>
                        </a:rPr>
                        <a:t>InGen</a:t>
                      </a:r>
                    </a:p>
                    <a:p>
                      <a:r>
                        <a:rPr sz="1800" b="1">
                          <a:solidFill>
                            <a:srgbClr val="FFFFFF"/>
                          </a:solidFill>
                          <a:latin typeface="Nimbus Sans"/>
                          <a:ea typeface="Nimbus Sans"/>
                          <a:cs typeface="Nimbus Sans"/>
                        </a:rPr>
                        <a:t>leadership</a:t>
                      </a:r>
                    </a:p>
                  </a:txBody>
                  <a:tcPr marL="161925" marR="161925" marT="133350" marB="114300" anchor="t">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c>
                  <a:txBody>
                    <a:bodyPr/>
                    <a:lstStyle/>
                    <a:p>
                      <a:r>
                        <a:rPr sz="1800" b="1">
                          <a:solidFill>
                            <a:srgbClr val="FFFFFF"/>
                          </a:solidFill>
                          <a:latin typeface="Nimbus Sans"/>
                          <a:ea typeface="Nimbus Sans"/>
                          <a:cs typeface="Nimbus Sans"/>
                        </a:rPr>
                        <a:t>Product /</a:t>
                      </a:r>
                    </a:p>
                    <a:p>
                      <a:r>
                        <a:rPr sz="1800" b="1">
                          <a:solidFill>
                            <a:srgbClr val="FFFFFF"/>
                          </a:solidFill>
                          <a:latin typeface="Nimbus Sans"/>
                          <a:ea typeface="Nimbus Sans"/>
                          <a:cs typeface="Nimbus Sans"/>
                        </a:rPr>
                        <a:t>engineering</a:t>
                      </a:r>
                    </a:p>
                  </a:txBody>
                  <a:tcPr marL="161925" marR="161925" marT="133350" marB="114300" anchor="t">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c>
                  <a:txBody>
                    <a:bodyPr/>
                    <a:lstStyle/>
                    <a:p>
                      <a:r>
                        <a:rPr sz="1800" b="1">
                          <a:solidFill>
                            <a:srgbClr val="FFFFFF"/>
                          </a:solidFill>
                          <a:latin typeface="Nimbus Sans"/>
                          <a:ea typeface="Nimbus Sans"/>
                          <a:cs typeface="Nimbus Sans"/>
                        </a:rPr>
                        <a:t>Sales /</a:t>
                      </a:r>
                    </a:p>
                    <a:p>
                      <a:r>
                        <a:rPr sz="1800" b="1">
                          <a:solidFill>
                            <a:srgbClr val="FFFFFF"/>
                          </a:solidFill>
                          <a:latin typeface="Nimbus Sans"/>
                          <a:ea typeface="Nimbus Sans"/>
                          <a:cs typeface="Nimbus Sans"/>
                        </a:rPr>
                        <a:t>partnerships</a:t>
                      </a:r>
                    </a:p>
                  </a:txBody>
                  <a:tcPr marL="161925" marR="161925" marT="133350" marB="114300" anchor="t">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r>
              <a:tr h="781050">
                <a:tc>
                  <a:txBody>
                    <a:bodyPr/>
                    <a:lstStyle/>
                    <a:p>
                      <a:r>
                        <a:rPr sz="1875" b="0">
                          <a:solidFill>
                            <a:srgbClr val="182C40"/>
                          </a:solidFill>
                          <a:latin typeface="Nimbus Sans"/>
                          <a:ea typeface="Nimbus Sans"/>
                          <a:cs typeface="Nimbus Sans"/>
                        </a:rPr>
                        <a:t>Framing and scope  ·  W1</a:t>
                      </a:r>
                    </a:p>
                  </a:txBody>
                  <a:tcPr marL="161925" marR="161925" marT="133350" marB="114300" anchor="t">
                    <a:lnL w="6191">
                      <a:solidFill>
                        <a:srgbClr val="C8D5DF"/>
                      </a:solidFill>
                      <a:prstDash val="solid"/>
                    </a:lnL>
                    <a:lnR w="6191">
                      <a:solidFill>
                        <a:srgbClr val="C8D5DF"/>
                      </a:solidFill>
                      <a:prstDash val="solid"/>
                    </a:lnR>
                    <a:lnB w="6191">
                      <a:solidFill>
                        <a:srgbClr val="C8D5DF"/>
                      </a:solidFill>
                      <a:prstDash val="solid"/>
                    </a:lnB>
                    <a:solidFill>
                      <a:srgbClr val="FFFFFF"/>
                    </a:solidFill>
                  </a:tcPr>
                </a:tc>
                <a:tc>
                  <a:txBody>
                    <a:bodyPr/>
                    <a:lstStyle/>
                    <a:p>
                      <a:pPr algn="ctr">
                        <a:buNone/>
                      </a:pPr>
                      <a:r>
                        <a:rPr sz="2625" b="1">
                          <a:solidFill>
                            <a:srgbClr val="173B5E"/>
                          </a:solidFill>
                          <a:latin typeface="Nimbus Sans"/>
                          <a:ea typeface="Nimbus Sans"/>
                          <a:cs typeface="Nimbus Sans"/>
                        </a:rPr>
                        <a:t>R</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pPr algn="ctr">
                        <a:buNone/>
                      </a:pPr>
                      <a:r>
                        <a:rPr sz="2625" b="1">
                          <a:solidFill>
                            <a:srgbClr val="FFFFFF"/>
                          </a:solidFill>
                          <a:latin typeface="Nimbus Sans"/>
                          <a:ea typeface="Nimbus Sans"/>
                          <a:cs typeface="Nimbus Sans"/>
                        </a:rPr>
                        <a:t>A</a:t>
                      </a:r>
                    </a:p>
                  </a:txBody>
                  <a:tcPr marL="161925" marR="161925" marT="133350" marB="114300" anchor="t">
                    <a:lnR w="6191">
                      <a:solidFill>
                        <a:srgbClr val="C8D5DF"/>
                      </a:solidFill>
                      <a:prstDash val="solid"/>
                    </a:lnR>
                    <a:lnB w="6191">
                      <a:solidFill>
                        <a:srgbClr val="C8D5DF"/>
                      </a:solidFill>
                      <a:prstDash val="solid"/>
                    </a:lnB>
                    <a:solidFill>
                      <a:srgbClr val="173B5E"/>
                    </a:solidFill>
                  </a:tcPr>
                </a:tc>
                <a:tc>
                  <a:txBody>
                    <a:bodyPr/>
                    <a:lstStyle/>
                    <a:p>
                      <a:pPr algn="ctr">
                        <a:buNone/>
                      </a:pPr>
                      <a:r>
                        <a:rPr sz="2625" b="0">
                          <a:solidFill>
                            <a:srgbClr val="173B5E"/>
                          </a:solidFill>
                          <a:latin typeface="Nimbus Sans"/>
                          <a:ea typeface="Nimbus Sans"/>
                          <a:cs typeface="Nimbus Sans"/>
                        </a:rPr>
                        <a:t>C</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pPr algn="ctr">
                        <a:buNone/>
                      </a:pPr>
                      <a:r>
                        <a:rPr sz="2625" b="0">
                          <a:solidFill>
                            <a:srgbClr val="52677A"/>
                          </a:solidFill>
                          <a:latin typeface="Nimbus Sans"/>
                          <a:ea typeface="Nimbus Sans"/>
                          <a:cs typeface="Nimbus Sans"/>
                        </a:rPr>
                        <a:t>I</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pPr algn="ctr">
                        <a:buNone/>
                      </a:pPr>
                      <a:r>
                        <a:rPr sz="2625" b="0">
                          <a:solidFill>
                            <a:srgbClr val="52677A"/>
                          </a:solidFill>
                          <a:latin typeface="Nimbus Sans"/>
                          <a:ea typeface="Nimbus Sans"/>
                          <a:cs typeface="Nimbus Sans"/>
                        </a:rPr>
                        <a:t>I</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r>
              <a:tr h="781050">
                <a:tc>
                  <a:txBody>
                    <a:bodyPr/>
                    <a:lstStyle/>
                    <a:p>
                      <a:r>
                        <a:rPr sz="1875" b="0">
                          <a:solidFill>
                            <a:srgbClr val="182C40"/>
                          </a:solidFill>
                          <a:latin typeface="Nimbus Sans"/>
                          <a:ea typeface="Nimbus Sans"/>
                          <a:cs typeface="Nimbus Sans"/>
                        </a:rPr>
                        <a:t>Evidence and models  ·  W1–5</a:t>
                      </a:r>
                    </a:p>
                  </a:txBody>
                  <a:tcPr marL="161925" marR="161925" marT="133350" marB="114300" anchor="t">
                    <a:lnL w="6191">
                      <a:solidFill>
                        <a:srgbClr val="C8D5DF"/>
                      </a:solidFill>
                      <a:prstDash val="solid"/>
                    </a:lnL>
                    <a:lnR w="6191">
                      <a:solidFill>
                        <a:srgbClr val="C8D5DF"/>
                      </a:solidFill>
                      <a:prstDash val="solid"/>
                    </a:lnR>
                    <a:lnB w="6191">
                      <a:solidFill>
                        <a:srgbClr val="C8D5DF"/>
                      </a:solidFill>
                      <a:prstDash val="solid"/>
                    </a:lnB>
                    <a:solidFill>
                      <a:srgbClr val="FFFFFF"/>
                    </a:solidFill>
                  </a:tcPr>
                </a:tc>
                <a:tc>
                  <a:txBody>
                    <a:bodyPr/>
                    <a:lstStyle/>
                    <a:p>
                      <a:pPr algn="ctr">
                        <a:buNone/>
                      </a:pPr>
                      <a:r>
                        <a:rPr sz="2625" b="1">
                          <a:solidFill>
                            <a:srgbClr val="173B5E"/>
                          </a:solidFill>
                          <a:latin typeface="Nimbus Sans"/>
                          <a:ea typeface="Nimbus Sans"/>
                          <a:cs typeface="Nimbus Sans"/>
                        </a:rPr>
                        <a:t>R</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pPr algn="ctr">
                        <a:buNone/>
                      </a:pPr>
                      <a:r>
                        <a:rPr sz="2625" b="1">
                          <a:solidFill>
                            <a:srgbClr val="FFFFFF"/>
                          </a:solidFill>
                          <a:latin typeface="Nimbus Sans"/>
                          <a:ea typeface="Nimbus Sans"/>
                          <a:cs typeface="Nimbus Sans"/>
                        </a:rPr>
                        <a:t>A</a:t>
                      </a:r>
                    </a:p>
                  </a:txBody>
                  <a:tcPr marL="161925" marR="161925" marT="133350" marB="114300" anchor="t">
                    <a:lnR w="6191">
                      <a:solidFill>
                        <a:srgbClr val="C8D5DF"/>
                      </a:solidFill>
                      <a:prstDash val="solid"/>
                    </a:lnR>
                    <a:lnB w="6191">
                      <a:solidFill>
                        <a:srgbClr val="C8D5DF"/>
                      </a:solidFill>
                      <a:prstDash val="solid"/>
                    </a:lnB>
                    <a:solidFill>
                      <a:srgbClr val="173B5E"/>
                    </a:solidFill>
                  </a:tcPr>
                </a:tc>
                <a:tc>
                  <a:txBody>
                    <a:bodyPr/>
                    <a:lstStyle/>
                    <a:p>
                      <a:pPr algn="ctr">
                        <a:buNone/>
                      </a:pPr>
                      <a:r>
                        <a:rPr sz="2625" b="0">
                          <a:solidFill>
                            <a:srgbClr val="52677A"/>
                          </a:solidFill>
                          <a:latin typeface="Nimbus Sans"/>
                          <a:ea typeface="Nimbus Sans"/>
                          <a:cs typeface="Nimbus Sans"/>
                        </a:rPr>
                        <a:t>I</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pPr algn="ctr">
                        <a:buNone/>
                      </a:pPr>
                      <a:r>
                        <a:rPr sz="2625" b="0">
                          <a:solidFill>
                            <a:srgbClr val="173B5E"/>
                          </a:solidFill>
                          <a:latin typeface="Nimbus Sans"/>
                          <a:ea typeface="Nimbus Sans"/>
                          <a:cs typeface="Nimbus Sans"/>
                        </a:rPr>
                        <a:t>C</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pPr algn="ctr">
                        <a:buNone/>
                      </a:pPr>
                      <a:r>
                        <a:rPr sz="2625" b="0">
                          <a:solidFill>
                            <a:srgbClr val="173B5E"/>
                          </a:solidFill>
                          <a:latin typeface="Nimbus Sans"/>
                          <a:ea typeface="Nimbus Sans"/>
                          <a:cs typeface="Nimbus Sans"/>
                        </a:rPr>
                        <a:t>C</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r>
              <a:tr h="781050">
                <a:tc>
                  <a:txBody>
                    <a:bodyPr/>
                    <a:lstStyle/>
                    <a:p>
                      <a:r>
                        <a:rPr sz="1875" b="0">
                          <a:solidFill>
                            <a:srgbClr val="182C40"/>
                          </a:solidFill>
                          <a:latin typeface="Nimbus Sans"/>
                          <a:ea typeface="Nimbus Sans"/>
                          <a:cs typeface="Nimbus Sans"/>
                        </a:rPr>
                        <a:t>Technical review*  ·  W1 / W4–5</a:t>
                      </a:r>
                    </a:p>
                  </a:txBody>
                  <a:tcPr marL="161925" marR="161925" marT="133350" marB="114300" anchor="t">
                    <a:lnL w="6191">
                      <a:solidFill>
                        <a:srgbClr val="C8D5DF"/>
                      </a:solidFill>
                      <a:prstDash val="solid"/>
                    </a:lnL>
                    <a:lnR w="6191">
                      <a:solidFill>
                        <a:srgbClr val="C8D5DF"/>
                      </a:solidFill>
                      <a:prstDash val="solid"/>
                    </a:lnR>
                    <a:lnB w="6191">
                      <a:solidFill>
                        <a:srgbClr val="C8D5DF"/>
                      </a:solidFill>
                      <a:prstDash val="solid"/>
                    </a:lnB>
                    <a:solidFill>
                      <a:srgbClr val="FFFFFF"/>
                    </a:solidFill>
                  </a:tcPr>
                </a:tc>
                <a:tc>
                  <a:txBody>
                    <a:bodyPr/>
                    <a:lstStyle/>
                    <a:p>
                      <a:pPr algn="ctr">
                        <a:buNone/>
                      </a:pPr>
                      <a:r>
                        <a:rPr sz="2625" b="0">
                          <a:solidFill>
                            <a:srgbClr val="173B5E"/>
                          </a:solidFill>
                          <a:latin typeface="Nimbus Sans"/>
                          <a:ea typeface="Nimbus Sans"/>
                          <a:cs typeface="Nimbus Sans"/>
                        </a:rPr>
                        <a:t>C</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pPr algn="ctr">
                        <a:buNone/>
                      </a:pPr>
                      <a:r>
                        <a:rPr sz="2625" b="0">
                          <a:solidFill>
                            <a:srgbClr val="52677A"/>
                          </a:solidFill>
                          <a:latin typeface="Nimbus Sans"/>
                          <a:ea typeface="Nimbus Sans"/>
                          <a:cs typeface="Nimbus Sans"/>
                        </a:rPr>
                        <a:t>I</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pPr algn="ctr">
                        <a:buNone/>
                      </a:pPr>
                      <a:r>
                        <a:rPr sz="2625" b="0">
                          <a:solidFill>
                            <a:srgbClr val="52677A"/>
                          </a:solidFill>
                          <a:latin typeface="Nimbus Sans"/>
                          <a:ea typeface="Nimbus Sans"/>
                          <a:cs typeface="Nimbus Sans"/>
                        </a:rPr>
                        <a:t>I</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pPr algn="ctr">
                        <a:buNone/>
                      </a:pPr>
                      <a:r>
                        <a:rPr sz="2625" b="1">
                          <a:solidFill>
                            <a:srgbClr val="FFFFFF"/>
                          </a:solidFill>
                          <a:latin typeface="Nimbus Sans"/>
                          <a:ea typeface="Nimbus Sans"/>
                          <a:cs typeface="Nimbus Sans"/>
                        </a:rPr>
                        <a:t>A/R*</a:t>
                      </a:r>
                    </a:p>
                  </a:txBody>
                  <a:tcPr marL="161925" marR="161925" marT="133350" marB="114300" anchor="t">
                    <a:lnR w="6191">
                      <a:solidFill>
                        <a:srgbClr val="C8D5DF"/>
                      </a:solidFill>
                      <a:prstDash val="solid"/>
                    </a:lnR>
                    <a:lnB w="6191">
                      <a:solidFill>
                        <a:srgbClr val="C8D5DF"/>
                      </a:solidFill>
                      <a:prstDash val="solid"/>
                    </a:lnB>
                    <a:solidFill>
                      <a:srgbClr val="173B5E"/>
                    </a:solidFill>
                  </a:tcPr>
                </a:tc>
                <a:tc>
                  <a:txBody>
                    <a:bodyPr/>
                    <a:lstStyle/>
                    <a:p>
                      <a:pPr algn="ctr">
                        <a:buNone/>
                      </a:pPr>
                      <a:r>
                        <a:rPr sz="2625" b="0">
                          <a:solidFill>
                            <a:srgbClr val="173B5E"/>
                          </a:solidFill>
                          <a:latin typeface="Nimbus Sans"/>
                          <a:ea typeface="Nimbus Sans"/>
                          <a:cs typeface="Nimbus Sans"/>
                        </a:rPr>
                        <a:t>C</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r>
              <a:tr h="781050">
                <a:tc>
                  <a:txBody>
                    <a:bodyPr/>
                    <a:lstStyle/>
                    <a:p>
                      <a:r>
                        <a:rPr sz="1875" b="0">
                          <a:solidFill>
                            <a:srgbClr val="182C40"/>
                          </a:solidFill>
                          <a:latin typeface="Nimbus Sans"/>
                          <a:ea typeface="Nimbus Sans"/>
                          <a:cs typeface="Nimbus Sans"/>
                        </a:rPr>
                        <a:t>Commercial review*  ·  W2 / W5–6</a:t>
                      </a:r>
                    </a:p>
                  </a:txBody>
                  <a:tcPr marL="161925" marR="161925" marT="133350" marB="114300" anchor="t">
                    <a:lnL w="6191">
                      <a:solidFill>
                        <a:srgbClr val="C8D5DF"/>
                      </a:solidFill>
                      <a:prstDash val="solid"/>
                    </a:lnL>
                    <a:lnR w="6191">
                      <a:solidFill>
                        <a:srgbClr val="C8D5DF"/>
                      </a:solidFill>
                      <a:prstDash val="solid"/>
                    </a:lnR>
                    <a:lnB w="6191">
                      <a:solidFill>
                        <a:srgbClr val="C8D5DF"/>
                      </a:solidFill>
                      <a:prstDash val="solid"/>
                    </a:lnB>
                    <a:solidFill>
                      <a:srgbClr val="FFFFFF"/>
                    </a:solidFill>
                  </a:tcPr>
                </a:tc>
                <a:tc>
                  <a:txBody>
                    <a:bodyPr/>
                    <a:lstStyle/>
                    <a:p>
                      <a:pPr algn="ctr">
                        <a:buNone/>
                      </a:pPr>
                      <a:r>
                        <a:rPr sz="2625" b="0">
                          <a:solidFill>
                            <a:srgbClr val="173B5E"/>
                          </a:solidFill>
                          <a:latin typeface="Nimbus Sans"/>
                          <a:ea typeface="Nimbus Sans"/>
                          <a:cs typeface="Nimbus Sans"/>
                        </a:rPr>
                        <a:t>C</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pPr algn="ctr">
                        <a:buNone/>
                      </a:pPr>
                      <a:r>
                        <a:rPr sz="2625" b="0">
                          <a:solidFill>
                            <a:srgbClr val="52677A"/>
                          </a:solidFill>
                          <a:latin typeface="Nimbus Sans"/>
                          <a:ea typeface="Nimbus Sans"/>
                          <a:cs typeface="Nimbus Sans"/>
                        </a:rPr>
                        <a:t>I</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pPr algn="ctr">
                        <a:buNone/>
                      </a:pPr>
                      <a:r>
                        <a:rPr sz="2625" b="0">
                          <a:solidFill>
                            <a:srgbClr val="173B5E"/>
                          </a:solidFill>
                          <a:latin typeface="Nimbus Sans"/>
                          <a:ea typeface="Nimbus Sans"/>
                          <a:cs typeface="Nimbus Sans"/>
                        </a:rPr>
                        <a:t>C</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pPr algn="ctr">
                        <a:buNone/>
                      </a:pPr>
                      <a:r>
                        <a:rPr sz="2625" b="0">
                          <a:solidFill>
                            <a:srgbClr val="173B5E"/>
                          </a:solidFill>
                          <a:latin typeface="Nimbus Sans"/>
                          <a:ea typeface="Nimbus Sans"/>
                          <a:cs typeface="Nimbus Sans"/>
                        </a:rPr>
                        <a:t>C</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pPr algn="ctr">
                        <a:buNone/>
                      </a:pPr>
                      <a:r>
                        <a:rPr sz="2625" b="1">
                          <a:solidFill>
                            <a:srgbClr val="FFFFFF"/>
                          </a:solidFill>
                          <a:latin typeface="Nimbus Sans"/>
                          <a:ea typeface="Nimbus Sans"/>
                          <a:cs typeface="Nimbus Sans"/>
                        </a:rPr>
                        <a:t>A/R*</a:t>
                      </a:r>
                    </a:p>
                  </a:txBody>
                  <a:tcPr marL="161925" marR="161925" marT="133350" marB="114300" anchor="t">
                    <a:lnR w="6191">
                      <a:solidFill>
                        <a:srgbClr val="C8D5DF"/>
                      </a:solidFill>
                      <a:prstDash val="solid"/>
                    </a:lnR>
                    <a:lnB w="6191">
                      <a:solidFill>
                        <a:srgbClr val="C8D5DF"/>
                      </a:solidFill>
                      <a:prstDash val="solid"/>
                    </a:lnB>
                    <a:solidFill>
                      <a:srgbClr val="173B5E"/>
                    </a:solidFill>
                  </a:tcPr>
                </a:tc>
              </a:tr>
              <a:tr h="781050">
                <a:tc>
                  <a:txBody>
                    <a:bodyPr/>
                    <a:lstStyle/>
                    <a:p>
                      <a:r>
                        <a:rPr sz="1875" b="0">
                          <a:solidFill>
                            <a:srgbClr val="182C40"/>
                          </a:solidFill>
                          <a:latin typeface="Nimbus Sans"/>
                          <a:ea typeface="Nimbus Sans"/>
                          <a:cs typeface="Nimbus Sans"/>
                        </a:rPr>
                        <a:t>Final synthesis and submission  ·  W6</a:t>
                      </a:r>
                    </a:p>
                  </a:txBody>
                  <a:tcPr marL="161925" marR="161925" marT="133350" marB="114300" anchor="t">
                    <a:lnL w="6191">
                      <a:solidFill>
                        <a:srgbClr val="C8D5DF"/>
                      </a:solidFill>
                      <a:prstDash val="solid"/>
                    </a:lnL>
                    <a:lnR w="6191">
                      <a:solidFill>
                        <a:srgbClr val="C8D5DF"/>
                      </a:solidFill>
                      <a:prstDash val="solid"/>
                    </a:lnR>
                    <a:lnB w="6191">
                      <a:solidFill>
                        <a:srgbClr val="C8D5DF"/>
                      </a:solidFill>
                      <a:prstDash val="solid"/>
                    </a:lnB>
                    <a:solidFill>
                      <a:srgbClr val="FFFFFF"/>
                    </a:solidFill>
                  </a:tcPr>
                </a:tc>
                <a:tc>
                  <a:txBody>
                    <a:bodyPr/>
                    <a:lstStyle/>
                    <a:p>
                      <a:pPr algn="ctr">
                        <a:buNone/>
                      </a:pPr>
                      <a:r>
                        <a:rPr sz="2625" b="1">
                          <a:solidFill>
                            <a:srgbClr val="173B5E"/>
                          </a:solidFill>
                          <a:latin typeface="Nimbus Sans"/>
                          <a:ea typeface="Nimbus Sans"/>
                          <a:cs typeface="Nimbus Sans"/>
                        </a:rPr>
                        <a:t>R</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pPr algn="ctr">
                        <a:buNone/>
                      </a:pPr>
                      <a:r>
                        <a:rPr sz="2625" b="1">
                          <a:solidFill>
                            <a:srgbClr val="FFFFFF"/>
                          </a:solidFill>
                          <a:latin typeface="Nimbus Sans"/>
                          <a:ea typeface="Nimbus Sans"/>
                          <a:cs typeface="Nimbus Sans"/>
                        </a:rPr>
                        <a:t>A</a:t>
                      </a:r>
                    </a:p>
                  </a:txBody>
                  <a:tcPr marL="161925" marR="161925" marT="133350" marB="114300" anchor="t">
                    <a:lnR w="6191">
                      <a:solidFill>
                        <a:srgbClr val="C8D5DF"/>
                      </a:solidFill>
                      <a:prstDash val="solid"/>
                    </a:lnR>
                    <a:lnB w="6191">
                      <a:solidFill>
                        <a:srgbClr val="C8D5DF"/>
                      </a:solidFill>
                      <a:prstDash val="solid"/>
                    </a:lnB>
                    <a:solidFill>
                      <a:srgbClr val="173B5E"/>
                    </a:solidFill>
                  </a:tcPr>
                </a:tc>
                <a:tc>
                  <a:txBody>
                    <a:bodyPr/>
                    <a:lstStyle/>
                    <a:p>
                      <a:pPr algn="ctr">
                        <a:buNone/>
                      </a:pPr>
                      <a:r>
                        <a:rPr sz="2625" b="0">
                          <a:solidFill>
                            <a:srgbClr val="173B5E"/>
                          </a:solidFill>
                          <a:latin typeface="Nimbus Sans"/>
                          <a:ea typeface="Nimbus Sans"/>
                          <a:cs typeface="Nimbus Sans"/>
                        </a:rPr>
                        <a:t>C</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pPr algn="ctr">
                        <a:buNone/>
                      </a:pPr>
                      <a:r>
                        <a:rPr sz="2625" b="0">
                          <a:solidFill>
                            <a:srgbClr val="173B5E"/>
                          </a:solidFill>
                          <a:latin typeface="Nimbus Sans"/>
                          <a:ea typeface="Nimbus Sans"/>
                          <a:cs typeface="Nimbus Sans"/>
                        </a:rPr>
                        <a:t>C</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pPr algn="ctr">
                        <a:buNone/>
                      </a:pPr>
                      <a:r>
                        <a:rPr sz="2625" b="0">
                          <a:solidFill>
                            <a:srgbClr val="173B5E"/>
                          </a:solidFill>
                          <a:latin typeface="Nimbus Sans"/>
                          <a:ea typeface="Nimbus Sans"/>
                          <a:cs typeface="Nimbus Sans"/>
                        </a:rPr>
                        <a:t>C</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B3C07695-B5C2-482E-A7A0-07203FD863E3}"/>
              </a:ext>
            </a:extLst>
          </p:cNvPr>
          <p:cNvSpPr>
            <a:spLocks xmlns:a="http://schemas.openxmlformats.org/drawingml/2006/main" noGrp="1"/>
          </p:cNvSpPr>
          <p:nvPr/>
        </p:nvSpPr>
        <p:spPr>
          <a:xfrm xmlns:a="http://schemas.openxmlformats.org/drawingml/2006/main">
            <a:off x="571500" y="6715125"/>
            <a:ext cx="1409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0">
                <a:solidFill>
                  <a:srgbClr val="173B5E"/>
                </a:solidFill>
                <a:latin typeface="Nimbus Sans"/>
                <a:ea typeface="Nimbus Sans"/>
                <a:cs typeface="Nimbus Sans"/>
              </a:defRPr>
            </a:defPPr>
            <a:lvl1pPr algn="ctr">
              <a:buNone/>
              <a:defRPr sz="1875" b="0">
                <a:solidFill>
                  <a:srgbClr val="173B5E"/>
                </a:solidFill>
                <a:latin typeface="Nimbus Sans"/>
                <a:ea typeface="Nimbus Sans"/>
                <a:cs typeface="Nimbus Sans"/>
              </a:defRPr>
            </a:lvl1pPr>
            <a:lvl2pPr algn="ctr">
              <a:buNone/>
              <a:defRPr sz="1875" b="0">
                <a:solidFill>
                  <a:srgbClr val="173B5E"/>
                </a:solidFill>
                <a:latin typeface="Nimbus Sans"/>
                <a:ea typeface="Nimbus Sans"/>
                <a:cs typeface="Nimbus Sans"/>
              </a:defRPr>
            </a:lvl2pPr>
            <a:lvl3pPr algn="ctr">
              <a:buNone/>
              <a:defRPr sz="1875" b="0">
                <a:solidFill>
                  <a:srgbClr val="173B5E"/>
                </a:solidFill>
                <a:latin typeface="Nimbus Sans"/>
                <a:ea typeface="Nimbus Sans"/>
                <a:cs typeface="Nimbus Sans"/>
              </a:defRPr>
            </a:lvl3pPr>
            <a:lvl4pPr algn="ctr">
              <a:buNone/>
              <a:defRPr sz="1875" b="0">
                <a:solidFill>
                  <a:srgbClr val="173B5E"/>
                </a:solidFill>
                <a:latin typeface="Nimbus Sans"/>
                <a:ea typeface="Nimbus Sans"/>
                <a:cs typeface="Nimbus Sans"/>
              </a:defRPr>
            </a:lvl4pPr>
            <a:lvl5pPr algn="ctr">
              <a:buNone/>
              <a:defRPr sz="1875" b="0">
                <a:solidFill>
                  <a:srgbClr val="173B5E"/>
                </a:solidFill>
                <a:latin typeface="Nimbus Sans"/>
                <a:ea typeface="Nimbus Sans"/>
                <a:cs typeface="Nimbus Sans"/>
              </a:defRPr>
            </a:lvl5pPr>
            <a:lvl6pPr algn="ctr">
              <a:buNone/>
              <a:defRPr sz="1875" b="0">
                <a:solidFill>
                  <a:srgbClr val="173B5E"/>
                </a:solidFill>
                <a:latin typeface="Nimbus Sans"/>
                <a:ea typeface="Nimbus Sans"/>
                <a:cs typeface="Nimbus Sans"/>
              </a:defRPr>
            </a:lvl6pPr>
            <a:lvl7pPr algn="ctr">
              <a:buNone/>
              <a:defRPr sz="1875" b="0">
                <a:solidFill>
                  <a:srgbClr val="173B5E"/>
                </a:solidFill>
                <a:latin typeface="Nimbus Sans"/>
                <a:ea typeface="Nimbus Sans"/>
                <a:cs typeface="Nimbus Sans"/>
              </a:defRPr>
            </a:lvl7pPr>
            <a:lvl8pPr algn="ctr">
              <a:buNone/>
              <a:defRPr sz="1875" b="0">
                <a:solidFill>
                  <a:srgbClr val="173B5E"/>
                </a:solidFill>
                <a:latin typeface="Nimbus Sans"/>
                <a:ea typeface="Nimbus Sans"/>
                <a:cs typeface="Nimbus Sans"/>
              </a:defRPr>
            </a:lvl8pPr>
            <a:lvl9pPr algn="ctr">
              <a:buNone/>
              <a:defRPr sz="1875" b="0">
                <a:solidFill>
                  <a:srgbClr val="173B5E"/>
                </a:solidFill>
                <a:latin typeface="Nimbus Sans"/>
                <a:ea typeface="Nimbus Sans"/>
                <a:cs typeface="Nimbus Sans"/>
              </a:defRPr>
            </a:lvl9pPr>
          </a:lstStyle>
          <a:p xmlns:a="http://schemas.openxmlformats.org/drawingml/2006/main">
            <a:pPr algn="ctr">
              <a:buNone/>
              <a:defRPr sz="1875" b="0">
                <a:solidFill>
                  <a:srgbClr val="173B5E"/>
                </a:solidFill>
                <a:latin typeface="Nimbus Sans"/>
                <a:ea typeface="Nimbus Sans"/>
                <a:cs typeface="Nimbus Sans"/>
              </a:defRPr>
            </a:pPr>
            <a:r>
              <a:rPr sz="1875" b="0">
                <a:solidFill>
                  <a:srgbClr val="173B5E"/>
                </a:solidFill>
                <a:latin typeface="Nimbus Sans"/>
                <a:ea typeface="Nimbus Sans"/>
                <a:cs typeface="Nimbus Sans"/>
              </a:rPr>
              <a:t>R  Does the work     A  Owns completion     C  Gives input     I  Receives updates</a:t>
            </a:r>
          </a:p>
        </p:txBody>
      </p:sp>
      <p:sp>
        <p:nvSpPr>
          <p:cNvPr id="8" name="text-6">
            <a:extLst xmlns:a="http://schemas.openxmlformats.org/drawingml/2006/main">
              <a:ext uri="{FF2B5EF4-FFF2-40B4-BE49-F238E27FC236}">
                <a16:creationId xmlns:a16="http://schemas.microsoft.com/office/drawing/2014/main" id="{2C7621E9-0B54-4F3E-8C3E-6B8AC8C5C843}"/>
              </a:ext>
            </a:extLst>
          </p:cNvPr>
          <p:cNvSpPr>
            <a:spLocks xmlns:a="http://schemas.openxmlformats.org/drawingml/2006/main" noGrp="1"/>
          </p:cNvSpPr>
          <p:nvPr/>
        </p:nvSpPr>
        <p:spPr>
          <a:xfrm xmlns:a="http://schemas.openxmlformats.org/drawingml/2006/main">
            <a:off x="571500" y="7134225"/>
            <a:ext cx="14097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82C40"/>
                </a:solidFill>
                <a:latin typeface="Nimbus Sans"/>
                <a:ea typeface="Nimbus Sans"/>
                <a:cs typeface="Nimbus Sans"/>
              </a:defRPr>
            </a:defPPr>
            <a:lvl1pPr>
              <a:buNone/>
              <a:defRPr sz="1725" b="0">
                <a:solidFill>
                  <a:srgbClr val="182C40"/>
                </a:solidFill>
                <a:latin typeface="Nimbus Sans"/>
                <a:ea typeface="Nimbus Sans"/>
                <a:cs typeface="Nimbus Sans"/>
              </a:defRPr>
            </a:lvl1pPr>
            <a:lvl2pPr>
              <a:buNone/>
              <a:defRPr sz="1725" b="0">
                <a:solidFill>
                  <a:srgbClr val="182C40"/>
                </a:solidFill>
                <a:latin typeface="Nimbus Sans"/>
                <a:ea typeface="Nimbus Sans"/>
                <a:cs typeface="Nimbus Sans"/>
              </a:defRPr>
            </a:lvl2pPr>
            <a:lvl3pPr>
              <a:buNone/>
              <a:defRPr sz="1725" b="0">
                <a:solidFill>
                  <a:srgbClr val="182C40"/>
                </a:solidFill>
                <a:latin typeface="Nimbus Sans"/>
                <a:ea typeface="Nimbus Sans"/>
                <a:cs typeface="Nimbus Sans"/>
              </a:defRPr>
            </a:lvl3pPr>
            <a:lvl4pPr>
              <a:buNone/>
              <a:defRPr sz="1725" b="0">
                <a:solidFill>
                  <a:srgbClr val="182C40"/>
                </a:solidFill>
                <a:latin typeface="Nimbus Sans"/>
                <a:ea typeface="Nimbus Sans"/>
                <a:cs typeface="Nimbus Sans"/>
              </a:defRPr>
            </a:lvl4pPr>
            <a:lvl5pPr>
              <a:buNone/>
              <a:defRPr sz="1725" b="0">
                <a:solidFill>
                  <a:srgbClr val="182C40"/>
                </a:solidFill>
                <a:latin typeface="Nimbus Sans"/>
                <a:ea typeface="Nimbus Sans"/>
                <a:cs typeface="Nimbus Sans"/>
              </a:defRPr>
            </a:lvl5pPr>
            <a:lvl6pPr>
              <a:buNone/>
              <a:defRPr sz="1725" b="0">
                <a:solidFill>
                  <a:srgbClr val="182C40"/>
                </a:solidFill>
                <a:latin typeface="Nimbus Sans"/>
                <a:ea typeface="Nimbus Sans"/>
                <a:cs typeface="Nimbus Sans"/>
              </a:defRPr>
            </a:lvl6pPr>
            <a:lvl7pPr>
              <a:buNone/>
              <a:defRPr sz="1725" b="0">
                <a:solidFill>
                  <a:srgbClr val="182C40"/>
                </a:solidFill>
                <a:latin typeface="Nimbus Sans"/>
                <a:ea typeface="Nimbus Sans"/>
                <a:cs typeface="Nimbus Sans"/>
              </a:defRPr>
            </a:lvl7pPr>
            <a:lvl8pPr>
              <a:buNone/>
              <a:defRPr sz="1725" b="0">
                <a:solidFill>
                  <a:srgbClr val="182C40"/>
                </a:solidFill>
                <a:latin typeface="Nimbus Sans"/>
                <a:ea typeface="Nimbus Sans"/>
                <a:cs typeface="Nimbus Sans"/>
              </a:defRPr>
            </a:lvl8pPr>
            <a:lvl9pPr>
              <a:buNone/>
              <a:defRPr sz="1725" b="0">
                <a:solidFill>
                  <a:srgbClr val="182C40"/>
                </a:solidFill>
                <a:latin typeface="Nimbus Sans"/>
                <a:ea typeface="Nimbus Sans"/>
                <a:cs typeface="Nimbus Sans"/>
              </a:defRPr>
            </a:lvl9pPr>
          </a:lstStyle>
          <a:p xmlns:a="http://schemas.openxmlformats.org/drawingml/2006/main">
            <a:pPr>
              <a:buNone/>
              <a:defRPr sz="1725" b="0">
                <a:solidFill>
                  <a:srgbClr val="182C40"/>
                </a:solidFill>
                <a:latin typeface="Nimbus Sans"/>
                <a:ea typeface="Nimbus Sans"/>
                <a:cs typeface="Nimbus Sans"/>
              </a:defRPr>
            </a:pPr>
            <a:r>
              <a:rPr sz="1725" b="0">
                <a:solidFill>
                  <a:srgbClr val="182C40"/>
                </a:solidFill>
                <a:latin typeface="Nimbus Sans"/>
                <a:ea typeface="Nimbus Sans"/>
                <a:cs typeface="Nimbus Sans"/>
              </a:rPr>
              <a:t>A owns completion of the programme activity. Iqbal accepts analytical work products. Product and sales reviewers marked * remain proposed. These roles do not authorise deployment, investment or procurement. Each activity has one A.</a:t>
            </a:r>
          </a:p>
        </p:txBody>
      </p:sp>
    </p:spTree>
    <p:extLst>
      <p:ext uri="{BB962C8B-B14F-4D97-AF65-F5344CB8AC3E}">
        <p14:creationId xmlns:p14="http://schemas.microsoft.com/office/powerpoint/2010/main" val="167948547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B3377845-9D44-4E5B-B22B-6411398C8A41}"/>
              </a:ext>
            </a:extLst>
          </p:cNvPr>
          <p:cNvSpPr>
            <a:spLocks xmlns:a="http://schemas.openxmlformats.org/drawingml/2006/main" noGrp="1"/>
          </p:cNvSpPr>
          <p:nvPr/>
        </p:nvSpPr>
        <p:spPr>
          <a:xfrm xmlns:a="http://schemas.openxmlformats.org/drawingml/2006/main">
            <a:off x="571500" y="381000"/>
            <a:ext cx="1409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73B5E"/>
                </a:solidFill>
                <a:latin typeface="Nimbus Sans"/>
                <a:ea typeface="Nimbus Sans"/>
                <a:cs typeface="Nimbus Sans"/>
              </a:defRPr>
            </a:defPPr>
            <a:lvl1pPr>
              <a:buNone/>
              <a:defRPr sz="3600" b="1">
                <a:solidFill>
                  <a:srgbClr val="173B5E"/>
                </a:solidFill>
                <a:latin typeface="Nimbus Sans"/>
                <a:ea typeface="Nimbus Sans"/>
                <a:cs typeface="Nimbus Sans"/>
              </a:defRPr>
            </a:lvl1pPr>
            <a:lvl2pPr>
              <a:buNone/>
              <a:defRPr sz="3600" b="1">
                <a:solidFill>
                  <a:srgbClr val="173B5E"/>
                </a:solidFill>
                <a:latin typeface="Nimbus Sans"/>
                <a:ea typeface="Nimbus Sans"/>
                <a:cs typeface="Nimbus Sans"/>
              </a:defRPr>
            </a:lvl2pPr>
            <a:lvl3pPr>
              <a:buNone/>
              <a:defRPr sz="3600" b="1">
                <a:solidFill>
                  <a:srgbClr val="173B5E"/>
                </a:solidFill>
                <a:latin typeface="Nimbus Sans"/>
                <a:ea typeface="Nimbus Sans"/>
                <a:cs typeface="Nimbus Sans"/>
              </a:defRPr>
            </a:lvl3pPr>
            <a:lvl4pPr>
              <a:buNone/>
              <a:defRPr sz="3600" b="1">
                <a:solidFill>
                  <a:srgbClr val="173B5E"/>
                </a:solidFill>
                <a:latin typeface="Nimbus Sans"/>
                <a:ea typeface="Nimbus Sans"/>
                <a:cs typeface="Nimbus Sans"/>
              </a:defRPr>
            </a:lvl4pPr>
            <a:lvl5pPr>
              <a:buNone/>
              <a:defRPr sz="3600" b="1">
                <a:solidFill>
                  <a:srgbClr val="173B5E"/>
                </a:solidFill>
                <a:latin typeface="Nimbus Sans"/>
                <a:ea typeface="Nimbus Sans"/>
                <a:cs typeface="Nimbus Sans"/>
              </a:defRPr>
            </a:lvl5pPr>
            <a:lvl6pPr>
              <a:buNone/>
              <a:defRPr sz="3600" b="1">
                <a:solidFill>
                  <a:srgbClr val="173B5E"/>
                </a:solidFill>
                <a:latin typeface="Nimbus Sans"/>
                <a:ea typeface="Nimbus Sans"/>
                <a:cs typeface="Nimbus Sans"/>
              </a:defRPr>
            </a:lvl6pPr>
            <a:lvl7pPr>
              <a:buNone/>
              <a:defRPr sz="3600" b="1">
                <a:solidFill>
                  <a:srgbClr val="173B5E"/>
                </a:solidFill>
                <a:latin typeface="Nimbus Sans"/>
                <a:ea typeface="Nimbus Sans"/>
                <a:cs typeface="Nimbus Sans"/>
              </a:defRPr>
            </a:lvl7pPr>
            <a:lvl8pPr>
              <a:buNone/>
              <a:defRPr sz="3600" b="1">
                <a:solidFill>
                  <a:srgbClr val="173B5E"/>
                </a:solidFill>
                <a:latin typeface="Nimbus Sans"/>
                <a:ea typeface="Nimbus Sans"/>
                <a:cs typeface="Nimbus Sans"/>
              </a:defRPr>
            </a:lvl8pPr>
            <a:lvl9pPr>
              <a:buNone/>
              <a:defRPr sz="3600" b="1">
                <a:solidFill>
                  <a:srgbClr val="173B5E"/>
                </a:solidFill>
                <a:latin typeface="Nimbus Sans"/>
                <a:ea typeface="Nimbus Sans"/>
                <a:cs typeface="Nimbus Sans"/>
              </a:defRPr>
            </a:lvl9pPr>
          </a:lstStyle>
          <a:p xmlns:a="http://schemas.openxmlformats.org/drawingml/2006/main">
            <a:pPr>
              <a:buNone/>
              <a:defRPr sz="3600" b="1">
                <a:solidFill>
                  <a:srgbClr val="173B5E"/>
                </a:solidFill>
                <a:latin typeface="Nimbus Sans"/>
                <a:ea typeface="Nimbus Sans"/>
                <a:cs typeface="Nimbus Sans"/>
              </a:defRPr>
            </a:pPr>
            <a:r>
              <a:rPr sz="3600" b="1">
                <a:solidFill>
                  <a:srgbClr val="173B5E"/>
                </a:solidFill>
                <a:latin typeface="Nimbus Sans"/>
                <a:ea typeface="Nimbus Sans"/>
                <a:cs typeface="Nimbus Sans"/>
              </a:rPr>
              <a:t>Four questions before the business case</a:t>
            </a:r>
          </a:p>
        </p:txBody>
      </p:sp>
      <p:sp>
        <p:nvSpPr>
          <p:cNvPr id="2" name="text-1">
            <a:extLst xmlns:a="http://schemas.openxmlformats.org/drawingml/2006/main">
              <a:ext uri="{FF2B5EF4-FFF2-40B4-BE49-F238E27FC236}">
                <a16:creationId xmlns:a16="http://schemas.microsoft.com/office/drawing/2014/main" id="{AF01D1EC-F317-405C-BEC4-047E79A2B36E}"/>
              </a:ext>
            </a:extLst>
          </p:cNvPr>
          <p:cNvSpPr>
            <a:spLocks xmlns:a="http://schemas.openxmlformats.org/drawingml/2006/main" noGrp="1"/>
          </p:cNvSpPr>
          <p:nvPr/>
        </p:nvSpPr>
        <p:spPr>
          <a:xfrm xmlns:a="http://schemas.openxmlformats.org/drawingml/2006/main">
            <a:off x="571500" y="1104900"/>
            <a:ext cx="1409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52677A"/>
                </a:solidFill>
                <a:latin typeface="Nimbus Sans"/>
                <a:ea typeface="Nimbus Sans"/>
                <a:cs typeface="Nimbus Sans"/>
              </a:defRPr>
            </a:defPPr>
            <a:lvl1pPr>
              <a:buNone/>
              <a:defRPr sz="1875" b="0">
                <a:solidFill>
                  <a:srgbClr val="52677A"/>
                </a:solidFill>
                <a:latin typeface="Nimbus Sans"/>
                <a:ea typeface="Nimbus Sans"/>
                <a:cs typeface="Nimbus Sans"/>
              </a:defRPr>
            </a:lvl1pPr>
            <a:lvl2pPr>
              <a:buNone/>
              <a:defRPr sz="1875" b="0">
                <a:solidFill>
                  <a:srgbClr val="52677A"/>
                </a:solidFill>
                <a:latin typeface="Nimbus Sans"/>
                <a:ea typeface="Nimbus Sans"/>
                <a:cs typeface="Nimbus Sans"/>
              </a:defRPr>
            </a:lvl2pPr>
            <a:lvl3pPr>
              <a:buNone/>
              <a:defRPr sz="1875" b="0">
                <a:solidFill>
                  <a:srgbClr val="52677A"/>
                </a:solidFill>
                <a:latin typeface="Nimbus Sans"/>
                <a:ea typeface="Nimbus Sans"/>
                <a:cs typeface="Nimbus Sans"/>
              </a:defRPr>
            </a:lvl3pPr>
            <a:lvl4pPr>
              <a:buNone/>
              <a:defRPr sz="1875" b="0">
                <a:solidFill>
                  <a:srgbClr val="52677A"/>
                </a:solidFill>
                <a:latin typeface="Nimbus Sans"/>
                <a:ea typeface="Nimbus Sans"/>
                <a:cs typeface="Nimbus Sans"/>
              </a:defRPr>
            </a:lvl4pPr>
            <a:lvl5pPr>
              <a:buNone/>
              <a:defRPr sz="1875" b="0">
                <a:solidFill>
                  <a:srgbClr val="52677A"/>
                </a:solidFill>
                <a:latin typeface="Nimbus Sans"/>
                <a:ea typeface="Nimbus Sans"/>
                <a:cs typeface="Nimbus Sans"/>
              </a:defRPr>
            </a:lvl5pPr>
            <a:lvl6pPr>
              <a:buNone/>
              <a:defRPr sz="1875" b="0">
                <a:solidFill>
                  <a:srgbClr val="52677A"/>
                </a:solidFill>
                <a:latin typeface="Nimbus Sans"/>
                <a:ea typeface="Nimbus Sans"/>
                <a:cs typeface="Nimbus Sans"/>
              </a:defRPr>
            </a:lvl6pPr>
            <a:lvl7pPr>
              <a:buNone/>
              <a:defRPr sz="1875" b="0">
                <a:solidFill>
                  <a:srgbClr val="52677A"/>
                </a:solidFill>
                <a:latin typeface="Nimbus Sans"/>
                <a:ea typeface="Nimbus Sans"/>
                <a:cs typeface="Nimbus Sans"/>
              </a:defRPr>
            </a:lvl7pPr>
            <a:lvl8pPr>
              <a:buNone/>
              <a:defRPr sz="1875" b="0">
                <a:solidFill>
                  <a:srgbClr val="52677A"/>
                </a:solidFill>
                <a:latin typeface="Nimbus Sans"/>
                <a:ea typeface="Nimbus Sans"/>
                <a:cs typeface="Nimbus Sans"/>
              </a:defRPr>
            </a:lvl8pPr>
            <a:lvl9pPr>
              <a:buNone/>
              <a:defRPr sz="1875" b="0">
                <a:solidFill>
                  <a:srgbClr val="52677A"/>
                </a:solidFill>
                <a:latin typeface="Nimbus Sans"/>
                <a:ea typeface="Nimbus Sans"/>
                <a:cs typeface="Nimbus Sans"/>
              </a:defRPr>
            </a:lvl9pPr>
          </a:lstStyle>
          <a:p xmlns:a="http://schemas.openxmlformats.org/drawingml/2006/main">
            <a:pPr>
              <a:buNone/>
              <a:defRPr sz="1875" b="0">
                <a:solidFill>
                  <a:srgbClr val="52677A"/>
                </a:solidFill>
                <a:latin typeface="Nimbus Sans"/>
                <a:ea typeface="Nimbus Sans"/>
                <a:cs typeface="Nimbus Sans"/>
              </a:defRPr>
            </a:pPr>
            <a:r>
              <a:rPr sz="1875" b="0">
                <a:solidFill>
                  <a:srgbClr val="52677A"/>
                </a:solidFill>
                <a:latin typeface="Nimbus Sans"/>
                <a:ea typeface="Nimbus Sans"/>
                <a:cs typeface="Nimbus Sans"/>
              </a:rPr>
              <a:t>Open assumptions determine the next evidence to collect. Owner: Yufei Li.</a:t>
            </a:r>
          </a:p>
        </p:txBody>
      </p:sp>
      <p:cxnSp>
        <p:nvCxnSpPr>
          <p:cNvPr id="3" name="">
            <a:extLst xmlns:a="http://schemas.openxmlformats.org/drawingml/2006/main">
              <a:ext uri="{FF2B5EF4-FFF2-40B4-BE49-F238E27FC236}">
                <a16:creationId xmlns:a16="http://schemas.microsoft.com/office/drawing/2014/main" id="{4B8B0C66-BFC7-413F-B0D6-9A99FCC54B33}"/>
              </a:ext>
            </a:extLst>
          </p:cNvPr>
          <p:cNvCxnSpPr/>
          <p:nvPr/>
        </p:nvCxnSpPr>
        <p:spPr>
          <a:xfrm xmlns:a="http://schemas.openxmlformats.org/drawingml/2006/main">
            <a:off x="571500" y="8001000"/>
            <a:ext cx="14097000" cy="0"/>
          </a:xfrm>
          <a:prstGeom xmlns:a="http://schemas.openxmlformats.org/drawingml/2006/main" prst="bentConnector4">
            <a:avLst/>
          </a:prstGeom>
          <a:ln xmlns:a="http://schemas.openxmlformats.org/drawingml/2006/main" w="9525">
            <a:solidFill>
              <a:srgbClr val="C8D5DF"/>
            </a:solidFill>
            <a:prstDash val="solid"/>
          </a:ln>
        </p:spPr>
      </p:cxnSp>
      <p:sp>
        <p:nvSpPr>
          <p:cNvPr id="4" name="text-3">
            <a:extLst xmlns:a="http://schemas.openxmlformats.org/drawingml/2006/main">
              <a:ext uri="{FF2B5EF4-FFF2-40B4-BE49-F238E27FC236}">
                <a16:creationId xmlns:a16="http://schemas.microsoft.com/office/drawing/2014/main" id="{68A8C607-1F66-49C8-9264-84FCD40343F8}"/>
              </a:ext>
            </a:extLst>
          </p:cNvPr>
          <p:cNvSpPr>
            <a:spLocks xmlns:a="http://schemas.openxmlformats.org/drawingml/2006/main" noGrp="1"/>
          </p:cNvSpPr>
          <p:nvPr/>
        </p:nvSpPr>
        <p:spPr>
          <a:xfrm xmlns:a="http://schemas.openxmlformats.org/drawingml/2006/main">
            <a:off x="571500" y="8124825"/>
            <a:ext cx="1257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2677A"/>
                </a:solidFill>
                <a:latin typeface="Nimbus Sans"/>
                <a:ea typeface="Nimbus Sans"/>
                <a:cs typeface="Nimbus Sans"/>
              </a:defRPr>
            </a:defPPr>
            <a:lvl1pPr>
              <a:buNone/>
              <a:defRPr sz="1275" b="0">
                <a:solidFill>
                  <a:srgbClr val="52677A"/>
                </a:solidFill>
                <a:latin typeface="Nimbus Sans"/>
                <a:ea typeface="Nimbus Sans"/>
                <a:cs typeface="Nimbus Sans"/>
              </a:defRPr>
            </a:lvl1pPr>
            <a:lvl2pPr>
              <a:buNone/>
              <a:defRPr sz="1275" b="0">
                <a:solidFill>
                  <a:srgbClr val="52677A"/>
                </a:solidFill>
                <a:latin typeface="Nimbus Sans"/>
                <a:ea typeface="Nimbus Sans"/>
                <a:cs typeface="Nimbus Sans"/>
              </a:defRPr>
            </a:lvl2pPr>
            <a:lvl3pPr>
              <a:buNone/>
              <a:defRPr sz="1275" b="0">
                <a:solidFill>
                  <a:srgbClr val="52677A"/>
                </a:solidFill>
                <a:latin typeface="Nimbus Sans"/>
                <a:ea typeface="Nimbus Sans"/>
                <a:cs typeface="Nimbus Sans"/>
              </a:defRPr>
            </a:lvl3pPr>
            <a:lvl4pPr>
              <a:buNone/>
              <a:defRPr sz="1275" b="0">
                <a:solidFill>
                  <a:srgbClr val="52677A"/>
                </a:solidFill>
                <a:latin typeface="Nimbus Sans"/>
                <a:ea typeface="Nimbus Sans"/>
                <a:cs typeface="Nimbus Sans"/>
              </a:defRPr>
            </a:lvl4pPr>
            <a:lvl5pPr>
              <a:buNone/>
              <a:defRPr sz="1275" b="0">
                <a:solidFill>
                  <a:srgbClr val="52677A"/>
                </a:solidFill>
                <a:latin typeface="Nimbus Sans"/>
                <a:ea typeface="Nimbus Sans"/>
                <a:cs typeface="Nimbus Sans"/>
              </a:defRPr>
            </a:lvl5pPr>
            <a:lvl6pPr>
              <a:buNone/>
              <a:defRPr sz="1275" b="0">
                <a:solidFill>
                  <a:srgbClr val="52677A"/>
                </a:solidFill>
                <a:latin typeface="Nimbus Sans"/>
                <a:ea typeface="Nimbus Sans"/>
                <a:cs typeface="Nimbus Sans"/>
              </a:defRPr>
            </a:lvl6pPr>
            <a:lvl7pPr>
              <a:buNone/>
              <a:defRPr sz="1275" b="0">
                <a:solidFill>
                  <a:srgbClr val="52677A"/>
                </a:solidFill>
                <a:latin typeface="Nimbus Sans"/>
                <a:ea typeface="Nimbus Sans"/>
                <a:cs typeface="Nimbus Sans"/>
              </a:defRPr>
            </a:lvl7pPr>
            <a:lvl8pPr>
              <a:buNone/>
              <a:defRPr sz="1275" b="0">
                <a:solidFill>
                  <a:srgbClr val="52677A"/>
                </a:solidFill>
                <a:latin typeface="Nimbus Sans"/>
                <a:ea typeface="Nimbus Sans"/>
                <a:cs typeface="Nimbus Sans"/>
              </a:defRPr>
            </a:lvl8pPr>
            <a:lvl9pPr>
              <a:buNone/>
              <a:defRPr sz="1275" b="0">
                <a:solidFill>
                  <a:srgbClr val="52677A"/>
                </a:solidFill>
                <a:latin typeface="Nimbus Sans"/>
                <a:ea typeface="Nimbus Sans"/>
                <a:cs typeface="Nimbus Sans"/>
              </a:defRPr>
            </a:lvl9pPr>
          </a:lstStyle>
          <a:p xmlns:a="http://schemas.openxmlformats.org/drawingml/2006/main">
            <a:pPr>
              <a:buNone/>
              <a:defRPr sz="1275" b="0">
                <a:solidFill>
                  <a:srgbClr val="52677A"/>
                </a:solidFill>
                <a:latin typeface="Nimbus Sans"/>
                <a:ea typeface="Nimbus Sans"/>
                <a:cs typeface="Nimbus Sans"/>
              </a:defRPr>
            </a:pPr>
            <a:r>
              <a:rPr sz="1275" b="0">
                <a:solidFill>
                  <a:srgbClr val="52677A"/>
                </a:solidFill>
                <a:latin typeface="Nimbus Sans"/>
                <a:ea typeface="Nimbus Sans"/>
                <a:cs typeface="Nimbus Sans"/>
              </a:rPr>
              <a:t>InGen Dynamics   Week 1   Yufei Li   27 October 2026</a:t>
            </a:r>
          </a:p>
        </p:txBody>
      </p:sp>
      <p:sp>
        <p:nvSpPr>
          <p:cNvPr id="5" name="text-4">
            <a:extLst xmlns:a="http://schemas.openxmlformats.org/drawingml/2006/main">
              <a:ext uri="{FF2B5EF4-FFF2-40B4-BE49-F238E27FC236}">
                <a16:creationId xmlns:a16="http://schemas.microsoft.com/office/drawing/2014/main" id="{DD44E88D-FE62-4FAA-B493-272A15F4D2AF}"/>
              </a:ext>
            </a:extLst>
          </p:cNvPr>
          <p:cNvSpPr>
            <a:spLocks xmlns:a="http://schemas.openxmlformats.org/drawingml/2006/main" noGrp="1"/>
          </p:cNvSpPr>
          <p:nvPr/>
        </p:nvSpPr>
        <p:spPr>
          <a:xfrm xmlns:a="http://schemas.openxmlformats.org/drawingml/2006/main">
            <a:off x="14001750" y="809625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1">
                <a:solidFill>
                  <a:srgbClr val="173B5E"/>
                </a:solidFill>
                <a:latin typeface="Nimbus Sans"/>
                <a:ea typeface="Nimbus Sans"/>
                <a:cs typeface="Nimbus Sans"/>
              </a:defRPr>
            </a:defPPr>
            <a:lvl1pPr algn="r">
              <a:buNone/>
              <a:defRPr sz="1650" b="1">
                <a:solidFill>
                  <a:srgbClr val="173B5E"/>
                </a:solidFill>
                <a:latin typeface="Nimbus Sans"/>
                <a:ea typeface="Nimbus Sans"/>
                <a:cs typeface="Nimbus Sans"/>
              </a:defRPr>
            </a:lvl1pPr>
            <a:lvl2pPr algn="r">
              <a:buNone/>
              <a:defRPr sz="1650" b="1">
                <a:solidFill>
                  <a:srgbClr val="173B5E"/>
                </a:solidFill>
                <a:latin typeface="Nimbus Sans"/>
                <a:ea typeface="Nimbus Sans"/>
                <a:cs typeface="Nimbus Sans"/>
              </a:defRPr>
            </a:lvl2pPr>
            <a:lvl3pPr algn="r">
              <a:buNone/>
              <a:defRPr sz="1650" b="1">
                <a:solidFill>
                  <a:srgbClr val="173B5E"/>
                </a:solidFill>
                <a:latin typeface="Nimbus Sans"/>
                <a:ea typeface="Nimbus Sans"/>
                <a:cs typeface="Nimbus Sans"/>
              </a:defRPr>
            </a:lvl3pPr>
            <a:lvl4pPr algn="r">
              <a:buNone/>
              <a:defRPr sz="1650" b="1">
                <a:solidFill>
                  <a:srgbClr val="173B5E"/>
                </a:solidFill>
                <a:latin typeface="Nimbus Sans"/>
                <a:ea typeface="Nimbus Sans"/>
                <a:cs typeface="Nimbus Sans"/>
              </a:defRPr>
            </a:lvl4pPr>
            <a:lvl5pPr algn="r">
              <a:buNone/>
              <a:defRPr sz="1650" b="1">
                <a:solidFill>
                  <a:srgbClr val="173B5E"/>
                </a:solidFill>
                <a:latin typeface="Nimbus Sans"/>
                <a:ea typeface="Nimbus Sans"/>
                <a:cs typeface="Nimbus Sans"/>
              </a:defRPr>
            </a:lvl5pPr>
            <a:lvl6pPr algn="r">
              <a:buNone/>
              <a:defRPr sz="1650" b="1">
                <a:solidFill>
                  <a:srgbClr val="173B5E"/>
                </a:solidFill>
                <a:latin typeface="Nimbus Sans"/>
                <a:ea typeface="Nimbus Sans"/>
                <a:cs typeface="Nimbus Sans"/>
              </a:defRPr>
            </a:lvl6pPr>
            <a:lvl7pPr algn="r">
              <a:buNone/>
              <a:defRPr sz="1650" b="1">
                <a:solidFill>
                  <a:srgbClr val="173B5E"/>
                </a:solidFill>
                <a:latin typeface="Nimbus Sans"/>
                <a:ea typeface="Nimbus Sans"/>
                <a:cs typeface="Nimbus Sans"/>
              </a:defRPr>
            </a:lvl7pPr>
            <a:lvl8pPr algn="r">
              <a:buNone/>
              <a:defRPr sz="1650" b="1">
                <a:solidFill>
                  <a:srgbClr val="173B5E"/>
                </a:solidFill>
                <a:latin typeface="Nimbus Sans"/>
                <a:ea typeface="Nimbus Sans"/>
                <a:cs typeface="Nimbus Sans"/>
              </a:defRPr>
            </a:lvl8pPr>
            <a:lvl9pPr algn="r">
              <a:buNone/>
              <a:defRPr sz="1650" b="1">
                <a:solidFill>
                  <a:srgbClr val="173B5E"/>
                </a:solidFill>
                <a:latin typeface="Nimbus Sans"/>
                <a:ea typeface="Nimbus Sans"/>
                <a:cs typeface="Nimbus Sans"/>
              </a:defRPr>
            </a:lvl9pPr>
          </a:lstStyle>
          <a:p xmlns:a="http://schemas.openxmlformats.org/drawingml/2006/main">
            <a:pPr algn="r">
              <a:buNone/>
              <a:defRPr sz="1650" b="1">
                <a:solidFill>
                  <a:srgbClr val="173B5E"/>
                </a:solidFill>
                <a:latin typeface="Nimbus Sans"/>
                <a:ea typeface="Nimbus Sans"/>
                <a:cs typeface="Nimbus Sans"/>
              </a:defRPr>
            </a:pPr>
            <a:r>
              <a:rPr sz="1650" b="1">
                <a:solidFill>
                  <a:srgbClr val="173B5E"/>
                </a:solidFill>
                <a:latin typeface="Nimbus Sans"/>
                <a:ea typeface="Nimbus Sans"/>
                <a:cs typeface="Nimbus Sans"/>
              </a:rPr>
              <a:t>04</a:t>
            </a:r>
          </a:p>
        </p:txBody>
      </p:sp>
      <p:graphicFrame>
        <p:nvGraphicFramePr>
          <p:cNvPr id="6" name="">
            <a:extLst xmlns:a="http://schemas.openxmlformats.org/drawingml/2006/main">
              <a:ext uri="{FF2B5EF4-FFF2-40B4-BE49-F238E27FC236}">
                <a16:creationId xmlns:a16="http://schemas.microsoft.com/office/drawing/2014/main" id="{F663E392-6135-4664-AA58-C184FF185C3B}"/>
              </a:ext>
            </a:extLst>
          </p:cNvPr>
          <p:cNvGraphicFramePr/>
          <p:nvPr/>
        </p:nvGraphicFramePr>
        <p:xfrm>
          <a:off xmlns:a="http://schemas.openxmlformats.org/drawingml/2006/main" x="571500" y="1695450"/>
          <a:ext xmlns:a="http://schemas.openxmlformats.org/drawingml/2006/main" cx="12858750" cy="4991100"/>
        </p:xfrm>
        <a:graphic xmlns:a="http://schemas.openxmlformats.org/drawingml/2006/main">
          <a:graphicData uri="http://schemas.openxmlformats.org/drawingml/2006/table">
            <a:tbl>
              <a:tblPr firstRow="0" bandRow="0"/>
              <a:tblGrid>
                <a:gridCol w="4762500"/>
                <a:gridCol w="7048500"/>
                <a:gridCol w="2286000"/>
              </a:tblGrid>
              <a:tr h="609600">
                <a:tc>
                  <a:txBody>
                    <a:bodyPr/>
                    <a:lstStyle/>
                    <a:p>
                      <a:r>
                        <a:rPr sz="1800" b="1">
                          <a:solidFill>
                            <a:srgbClr val="FFFFFF"/>
                          </a:solidFill>
                          <a:latin typeface="Nimbus Sans"/>
                          <a:ea typeface="Nimbus Sans"/>
                          <a:cs typeface="Nimbus Sans"/>
                        </a:rPr>
                        <a:t>Question</a:t>
                      </a:r>
                    </a:p>
                  </a:txBody>
                  <a:tcPr marL="161925" marR="161925" marT="133350" marB="114300" anchor="t">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c>
                  <a:txBody>
                    <a:bodyPr/>
                    <a:lstStyle/>
                    <a:p>
                      <a:r>
                        <a:rPr sz="1800" b="1">
                          <a:solidFill>
                            <a:srgbClr val="FFFFFF"/>
                          </a:solidFill>
                          <a:latin typeface="Nimbus Sans"/>
                          <a:ea typeface="Nimbus Sans"/>
                          <a:cs typeface="Nimbus Sans"/>
                        </a:rPr>
                        <a:t>Next evidence</a:t>
                      </a:r>
                    </a:p>
                  </a:txBody>
                  <a:tcPr marL="161925" marR="161925" marT="133350" marB="114300" anchor="t">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c>
                  <a:txBody>
                    <a:bodyPr/>
                    <a:lstStyle/>
                    <a:p>
                      <a:r>
                        <a:rPr sz="1800" b="1">
                          <a:solidFill>
                            <a:srgbClr val="FFFFFF"/>
                          </a:solidFill>
                          <a:latin typeface="Nimbus Sans"/>
                          <a:ea typeface="Nimbus Sans"/>
                          <a:cs typeface="Nimbus Sans"/>
                        </a:rPr>
                        <a:t>Week</a:t>
                      </a:r>
                    </a:p>
                  </a:txBody>
                  <a:tcPr marL="161925" marR="161925" marT="133350" marB="114300" anchor="t">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r>
              <a:tr h="1095375">
                <a:tc>
                  <a:txBody>
                    <a:bodyPr/>
                    <a:lstStyle/>
                    <a:p>
                      <a:r>
                        <a:rPr sz="2250" b="1">
                          <a:solidFill>
                            <a:srgbClr val="173B5E"/>
                          </a:solidFill>
                          <a:latin typeface="Nimbus Sans"/>
                          <a:ea typeface="Nimbus Sans"/>
                          <a:cs typeface="Nimbus Sans"/>
                        </a:rPr>
                        <a:t>Who can approve or stop?</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r>
                        <a:rPr sz="2025" b="0">
                          <a:solidFill>
                            <a:srgbClr val="182C40"/>
                          </a:solidFill>
                          <a:latin typeface="Nimbus Sans"/>
                          <a:ea typeface="Nimbus Sans"/>
                          <a:cs typeface="Nimbus Sans"/>
                        </a:rPr>
                        <a:t>Review the map and site approval roles</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r>
                        <a:rPr sz="2100" b="1">
                          <a:solidFill>
                            <a:srgbClr val="173B5E"/>
                          </a:solidFill>
                          <a:latin typeface="Nimbus Sans"/>
                          <a:ea typeface="Nimbus Sans"/>
                          <a:cs typeface="Nimbus Sans"/>
                        </a:rPr>
                        <a:t>W1 / W4</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r>
              <a:tr h="1095375">
                <a:tc>
                  <a:txBody>
                    <a:bodyPr/>
                    <a:lstStyle/>
                    <a:p>
                      <a:r>
                        <a:rPr sz="2250" b="1">
                          <a:solidFill>
                            <a:srgbClr val="173B5E"/>
                          </a:solidFill>
                          <a:latin typeface="Nimbus Sans"/>
                          <a:ea typeface="Nimbus Sans"/>
                          <a:cs typeface="Nimbus Sans"/>
                        </a:rPr>
                        <a:t>Who owns the budget?</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r>
                        <a:rPr sz="2025" b="0">
                          <a:solidFill>
                            <a:srgbClr val="182C40"/>
                          </a:solidFill>
                          <a:latin typeface="Nimbus Sans"/>
                          <a:ea typeface="Nimbus Sans"/>
                          <a:cs typeface="Nimbus Sans"/>
                        </a:rPr>
                        <a:t>Check budget delegation and contract signature</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r>
                        <a:rPr sz="2100" b="1">
                          <a:solidFill>
                            <a:srgbClr val="173B5E"/>
                          </a:solidFill>
                          <a:latin typeface="Nimbus Sans"/>
                          <a:ea typeface="Nimbus Sans"/>
                          <a:cs typeface="Nimbus Sans"/>
                        </a:rPr>
                        <a:t>W4</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r>
              <a:tr h="1095375">
                <a:tc>
                  <a:txBody>
                    <a:bodyPr/>
                    <a:lstStyle/>
                    <a:p>
                      <a:r>
                        <a:rPr sz="2250" b="1">
                          <a:solidFill>
                            <a:srgbClr val="173B5E"/>
                          </a:solidFill>
                          <a:latin typeface="Nimbus Sans"/>
                          <a:ea typeface="Nimbus Sans"/>
                          <a:cs typeface="Nimbus Sans"/>
                        </a:rPr>
                        <a:t>Who reviews the work?</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r>
                        <a:rPr sz="2025" b="0">
                          <a:solidFill>
                            <a:srgbClr val="182C40"/>
                          </a:solidFill>
                          <a:latin typeface="Nimbus Sans"/>
                          <a:ea typeface="Nimbus Sans"/>
                          <a:cs typeface="Nimbus Sans"/>
                        </a:rPr>
                        <a:t>Confirm named technical and commercial reviewers</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r>
                        <a:rPr sz="2100" b="1">
                          <a:solidFill>
                            <a:srgbClr val="173B5E"/>
                          </a:solidFill>
                          <a:latin typeface="Nimbus Sans"/>
                          <a:ea typeface="Nimbus Sans"/>
                          <a:cs typeface="Nimbus Sans"/>
                        </a:rPr>
                        <a:t>W1</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r>
              <a:tr h="1095375">
                <a:tc>
                  <a:txBody>
                    <a:bodyPr/>
                    <a:lstStyle/>
                    <a:p>
                      <a:r>
                        <a:rPr sz="2250" b="1">
                          <a:solidFill>
                            <a:srgbClr val="173B5E"/>
                          </a:solidFill>
                          <a:latin typeface="Nimbus Sans"/>
                          <a:ea typeface="Nimbus Sans"/>
                          <a:cs typeface="Nimbus Sans"/>
                        </a:rPr>
                        <a:t>Who owns partner delivery?</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r>
                        <a:rPr sz="2025" b="0">
                          <a:solidFill>
                            <a:srgbClr val="182C40"/>
                          </a:solidFill>
                          <a:latin typeface="Nimbus Sans"/>
                          <a:ea typeface="Nimbus Sans"/>
                          <a:cs typeface="Nimbus Sans"/>
                        </a:rPr>
                        <a:t>Define customer, service and data responsibilities</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c>
                  <a:txBody>
                    <a:bodyPr/>
                    <a:lstStyle/>
                    <a:p>
                      <a:r>
                        <a:rPr sz="2100" b="1">
                          <a:solidFill>
                            <a:srgbClr val="173B5E"/>
                          </a:solidFill>
                          <a:latin typeface="Nimbus Sans"/>
                          <a:ea typeface="Nimbus Sans"/>
                          <a:cs typeface="Nimbus Sans"/>
                        </a:rPr>
                        <a:t>W6</a:t>
                      </a:r>
                    </a:p>
                  </a:txBody>
                  <a:tcPr marL="161925" marR="161925" marT="133350" marB="114300" anchor="t">
                    <a:lnR w="6191">
                      <a:solidFill>
                        <a:srgbClr val="C8D5DF"/>
                      </a:solidFill>
                      <a:prstDash val="solid"/>
                    </a:lnR>
                    <a:lnB w="6191">
                      <a:solidFill>
                        <a:srgbClr val="C8D5DF"/>
                      </a:solidFill>
                      <a:prstDash val="solid"/>
                    </a:lnB>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F525865D-58C5-4CCF-B0E4-AE3C1680468D}"/>
              </a:ext>
            </a:extLst>
          </p:cNvPr>
          <p:cNvSpPr>
            <a:spLocks xmlns:a="http://schemas.openxmlformats.org/drawingml/2006/main" noGrp="1"/>
          </p:cNvSpPr>
          <p:nvPr/>
        </p:nvSpPr>
        <p:spPr>
          <a:xfrm xmlns:a="http://schemas.openxmlformats.org/drawingml/2006/main">
            <a:off x="571500" y="6924675"/>
            <a:ext cx="1409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82C40"/>
                </a:solidFill>
                <a:latin typeface="Nimbus Sans"/>
                <a:ea typeface="Nimbus Sans"/>
                <a:cs typeface="Nimbus Sans"/>
              </a:defRPr>
            </a:defPPr>
            <a:lvl1pPr>
              <a:buNone/>
              <a:defRPr sz="1650" b="0">
                <a:solidFill>
                  <a:srgbClr val="182C40"/>
                </a:solidFill>
                <a:latin typeface="Nimbus Sans"/>
                <a:ea typeface="Nimbus Sans"/>
                <a:cs typeface="Nimbus Sans"/>
              </a:defRPr>
            </a:lvl1pPr>
            <a:lvl2pPr>
              <a:buNone/>
              <a:defRPr sz="1650" b="0">
                <a:solidFill>
                  <a:srgbClr val="182C40"/>
                </a:solidFill>
                <a:latin typeface="Nimbus Sans"/>
                <a:ea typeface="Nimbus Sans"/>
                <a:cs typeface="Nimbus Sans"/>
              </a:defRPr>
            </a:lvl2pPr>
            <a:lvl3pPr>
              <a:buNone/>
              <a:defRPr sz="1650" b="0">
                <a:solidFill>
                  <a:srgbClr val="182C40"/>
                </a:solidFill>
                <a:latin typeface="Nimbus Sans"/>
                <a:ea typeface="Nimbus Sans"/>
                <a:cs typeface="Nimbus Sans"/>
              </a:defRPr>
            </a:lvl3pPr>
            <a:lvl4pPr>
              <a:buNone/>
              <a:defRPr sz="1650" b="0">
                <a:solidFill>
                  <a:srgbClr val="182C40"/>
                </a:solidFill>
                <a:latin typeface="Nimbus Sans"/>
                <a:ea typeface="Nimbus Sans"/>
                <a:cs typeface="Nimbus Sans"/>
              </a:defRPr>
            </a:lvl4pPr>
            <a:lvl5pPr>
              <a:buNone/>
              <a:defRPr sz="1650" b="0">
                <a:solidFill>
                  <a:srgbClr val="182C40"/>
                </a:solidFill>
                <a:latin typeface="Nimbus Sans"/>
                <a:ea typeface="Nimbus Sans"/>
                <a:cs typeface="Nimbus Sans"/>
              </a:defRPr>
            </a:lvl5pPr>
            <a:lvl6pPr>
              <a:buNone/>
              <a:defRPr sz="1650" b="0">
                <a:solidFill>
                  <a:srgbClr val="182C40"/>
                </a:solidFill>
                <a:latin typeface="Nimbus Sans"/>
                <a:ea typeface="Nimbus Sans"/>
                <a:cs typeface="Nimbus Sans"/>
              </a:defRPr>
            </a:lvl6pPr>
            <a:lvl7pPr>
              <a:buNone/>
              <a:defRPr sz="1650" b="0">
                <a:solidFill>
                  <a:srgbClr val="182C40"/>
                </a:solidFill>
                <a:latin typeface="Nimbus Sans"/>
                <a:ea typeface="Nimbus Sans"/>
                <a:cs typeface="Nimbus Sans"/>
              </a:defRPr>
            </a:lvl7pPr>
            <a:lvl8pPr>
              <a:buNone/>
              <a:defRPr sz="1650" b="0">
                <a:solidFill>
                  <a:srgbClr val="182C40"/>
                </a:solidFill>
                <a:latin typeface="Nimbus Sans"/>
                <a:ea typeface="Nimbus Sans"/>
                <a:cs typeface="Nimbus Sans"/>
              </a:defRPr>
            </a:lvl8pPr>
            <a:lvl9pPr>
              <a:buNone/>
              <a:defRPr sz="1650" b="0">
                <a:solidFill>
                  <a:srgbClr val="182C40"/>
                </a:solidFill>
                <a:latin typeface="Nimbus Sans"/>
                <a:ea typeface="Nimbus Sans"/>
                <a:cs typeface="Nimbus Sans"/>
              </a:defRPr>
            </a:lvl9pPr>
          </a:lstStyle>
          <a:p xmlns:a="http://schemas.openxmlformats.org/drawingml/2006/main">
            <a:pPr>
              <a:buNone/>
              <a:defRPr sz="1650" b="0">
                <a:solidFill>
                  <a:srgbClr val="182C40"/>
                </a:solidFill>
                <a:latin typeface="Nimbus Sans"/>
                <a:ea typeface="Nimbus Sans"/>
                <a:cs typeface="Nimbus Sans"/>
              </a:defRPr>
            </a:pPr>
            <a:r>
              <a:rPr sz="1650" b="0">
                <a:solidFill>
                  <a:srgbClr val="182C40"/>
                </a:solidFill>
                <a:latin typeface="Nimbus Sans"/>
                <a:ea typeface="Nimbus Sans"/>
                <a:cs typeface="Nimbus Sans"/>
              </a:rPr>
              <a:t>Public sources support the role definitions and mapping method. Site authority, reviewer commitments and partner ownership remain open. Record answers in the assumptions register before using them in the adoption or channel recommendation.</a:t>
            </a:r>
          </a:p>
        </p:txBody>
      </p:sp>
      <p:sp>
        <p:nvSpPr>
          <p:cNvPr id="8" name="text-6">
            <a:extLst xmlns:a="http://schemas.openxmlformats.org/drawingml/2006/main">
              <a:ext uri="{FF2B5EF4-FFF2-40B4-BE49-F238E27FC236}">
                <a16:creationId xmlns:a16="http://schemas.microsoft.com/office/drawing/2014/main" id="{E0213364-4E34-40EF-9007-177CF03213EE}"/>
              </a:ext>
            </a:extLst>
          </p:cNvPr>
          <p:cNvSpPr>
            <a:spLocks xmlns:a="http://schemas.openxmlformats.org/drawingml/2006/main" noGrp="1"/>
          </p:cNvSpPr>
          <p:nvPr/>
        </p:nvSpPr>
        <p:spPr>
          <a:xfrm xmlns:a="http://schemas.openxmlformats.org/drawingml/2006/main">
            <a:off x="571500" y="7753350"/>
            <a:ext cx="1409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52677A"/>
                </a:solidFill>
                <a:latin typeface="Nimbus Sans"/>
                <a:ea typeface="Nimbus Sans"/>
                <a:cs typeface="Nimbus Sans"/>
              </a:defRPr>
            </a:defPPr>
            <a:lvl1pPr>
              <a:buNone/>
              <a:defRPr sz="1350" b="0">
                <a:solidFill>
                  <a:srgbClr val="52677A"/>
                </a:solidFill>
                <a:latin typeface="Nimbus Sans"/>
                <a:ea typeface="Nimbus Sans"/>
                <a:cs typeface="Nimbus Sans"/>
              </a:defRPr>
            </a:lvl1pPr>
            <a:lvl2pPr>
              <a:buNone/>
              <a:defRPr sz="1350" b="0">
                <a:solidFill>
                  <a:srgbClr val="52677A"/>
                </a:solidFill>
                <a:latin typeface="Nimbus Sans"/>
                <a:ea typeface="Nimbus Sans"/>
                <a:cs typeface="Nimbus Sans"/>
              </a:defRPr>
            </a:lvl2pPr>
            <a:lvl3pPr>
              <a:buNone/>
              <a:defRPr sz="1350" b="0">
                <a:solidFill>
                  <a:srgbClr val="52677A"/>
                </a:solidFill>
                <a:latin typeface="Nimbus Sans"/>
                <a:ea typeface="Nimbus Sans"/>
                <a:cs typeface="Nimbus Sans"/>
              </a:defRPr>
            </a:lvl3pPr>
            <a:lvl4pPr>
              <a:buNone/>
              <a:defRPr sz="1350" b="0">
                <a:solidFill>
                  <a:srgbClr val="52677A"/>
                </a:solidFill>
                <a:latin typeface="Nimbus Sans"/>
                <a:ea typeface="Nimbus Sans"/>
                <a:cs typeface="Nimbus Sans"/>
              </a:defRPr>
            </a:lvl4pPr>
            <a:lvl5pPr>
              <a:buNone/>
              <a:defRPr sz="1350" b="0">
                <a:solidFill>
                  <a:srgbClr val="52677A"/>
                </a:solidFill>
                <a:latin typeface="Nimbus Sans"/>
                <a:ea typeface="Nimbus Sans"/>
                <a:cs typeface="Nimbus Sans"/>
              </a:defRPr>
            </a:lvl5pPr>
            <a:lvl6pPr>
              <a:buNone/>
              <a:defRPr sz="1350" b="0">
                <a:solidFill>
                  <a:srgbClr val="52677A"/>
                </a:solidFill>
                <a:latin typeface="Nimbus Sans"/>
                <a:ea typeface="Nimbus Sans"/>
                <a:cs typeface="Nimbus Sans"/>
              </a:defRPr>
            </a:lvl6pPr>
            <a:lvl7pPr>
              <a:buNone/>
              <a:defRPr sz="1350" b="0">
                <a:solidFill>
                  <a:srgbClr val="52677A"/>
                </a:solidFill>
                <a:latin typeface="Nimbus Sans"/>
                <a:ea typeface="Nimbus Sans"/>
                <a:cs typeface="Nimbus Sans"/>
              </a:defRPr>
            </a:lvl7pPr>
            <a:lvl8pPr>
              <a:buNone/>
              <a:defRPr sz="1350" b="0">
                <a:solidFill>
                  <a:srgbClr val="52677A"/>
                </a:solidFill>
                <a:latin typeface="Nimbus Sans"/>
                <a:ea typeface="Nimbus Sans"/>
                <a:cs typeface="Nimbus Sans"/>
              </a:defRPr>
            </a:lvl8pPr>
            <a:lvl9pPr>
              <a:buNone/>
              <a:defRPr sz="1350" b="0">
                <a:solidFill>
                  <a:srgbClr val="52677A"/>
                </a:solidFill>
                <a:latin typeface="Nimbus Sans"/>
                <a:ea typeface="Nimbus Sans"/>
                <a:cs typeface="Nimbus Sans"/>
              </a:defRPr>
            </a:lvl9pPr>
          </a:lstStyle>
          <a:p xmlns:a="http://schemas.openxmlformats.org/drawingml/2006/main">
            <a:pPr>
              <a:buNone/>
              <a:defRPr sz="1350" b="0">
                <a:solidFill>
                  <a:srgbClr val="52677A"/>
                </a:solidFill>
                <a:latin typeface="Nimbus Sans"/>
                <a:ea typeface="Nimbus Sans"/>
                <a:cs typeface="Nimbus Sans"/>
              </a:defRPr>
            </a:pPr>
            <a:r>
              <a:rPr sz="1350" b="0">
                <a:solidFill>
                  <a:srgbClr val="52677A"/>
                </a:solidFill>
                <a:latin typeface="Nimbus Sans"/>
                <a:ea typeface="Nimbus Sans"/>
                <a:cs typeface="Nimbus Sans"/>
              </a:rPr>
              <a:t>Sources: InGen, BLS / O*NET, NIST, UK government and programme documents. Full references in notes.</a:t>
            </a:r>
          </a:p>
        </p:txBody>
      </p:sp>
    </p:spTree>
    <p:extLst>
      <p:ext uri="{BB962C8B-B14F-4D97-AF65-F5344CB8AC3E}">
        <p14:creationId xmlns:p14="http://schemas.microsoft.com/office/powerpoint/2010/main" val="14836936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2026-10-27T17:34:05.2710000Z</dcterms:created>
  <dcterms:modified xsi:type="dcterms:W3CDTF">2026-10-27T17:34:05.2710000Z</dcterms:modified>
</coreProperties>
</file>